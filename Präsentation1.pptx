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4"/>
    <p:restoredTop sz="96017"/>
  </p:normalViewPr>
  <p:slideViewPr>
    <p:cSldViewPr snapToGrid="0">
      <p:cViewPr varScale="1">
        <p:scale>
          <a:sx n="102" d="100"/>
          <a:sy n="102" d="100"/>
        </p:scale>
        <p:origin x="396" y="114"/>
      </p:cViewPr>
      <p:guideLst/>
    </p:cSldViewPr>
  </p:slideViewPr>
  <p:outlineViewPr>
    <p:cViewPr>
      <p:scale>
        <a:sx n="100" d="100"/>
        <a:sy n="100" d="100"/>
      </p:scale>
      <p:origin x="0" y="-90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8CDF21-1354-9E4C-B79E-149C88FC44DC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1F217B-2E39-0F47-A3F7-80C483FDAC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51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1F217B-2E39-0F47-A3F7-80C483FDAC3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9225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1F217B-2E39-0F47-A3F7-80C483FDAC3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2431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1F217B-2E39-0F47-A3F7-80C483FDAC3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1029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1F217B-2E39-0F47-A3F7-80C483FDAC3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038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A9132-0EE4-2D5A-2073-ED5C81E7E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BED7C12-C682-E8C1-DD2D-2327E7098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E949EB1-50A2-8533-635E-E9F6F1DCF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AD2088-A48E-C71C-0333-B8A2767F7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1F217B-2E39-0F47-A3F7-80C483FDAC3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6526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2DE93-D8E4-BF44-E2ED-D6EBF3AFD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C89E1EE-6F1F-0079-A572-955CB5C42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DACFD69-481A-0EB4-93D0-4CF4C7DB9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13E0AF-08B9-797E-B23B-03440E57F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1F217B-2E39-0F47-A3F7-80C483FDAC3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8322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DD18D0-D64C-D625-6CB4-C8685E829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FC50912-A8C9-E9A7-FCC8-C820971A2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377CAA-9EF5-67D4-28DB-D56EED6F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31B-E813-3746-BEE7-5CA31709023E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421C7C-E7D3-7C42-A33F-F642D555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ADC959-03EF-CF56-617E-4CDCF87C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2D6A-2E88-2E4F-9E59-D52513D9AB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7133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F2501B-8985-D60A-4595-8496935D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28823A-A2F3-F6D9-B439-0BA706323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0644F4-9142-428F-4F92-423DB9564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31B-E813-3746-BEE7-5CA31709023E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5419FB-D24C-D574-7D58-B506687A0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442097-CFF7-E73F-5E9B-CD9AA6AB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2D6A-2E88-2E4F-9E59-D52513D9AB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6497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20900-00A7-3175-C4B3-CDD8FC20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F4D575-0347-5E1B-9DF7-268EA5B80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829A93-949A-874F-1D62-18D074E81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31B-E813-3746-BEE7-5CA31709023E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320A17-0331-CA3F-AC44-800CB9A17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9254A0-3819-DE39-B1B3-81354A8E2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2D6A-2E88-2E4F-9E59-D52513D9AB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385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74C274-DFFA-6DE6-0713-7CF989D0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310EEB-9ED6-D386-FF7C-FA48634A4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1A70AA0-0C73-F875-8090-2B9E5F73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EF6ABD-9438-010C-B0FE-397AF4799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31B-E813-3746-BEE7-5CA31709023E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DBCEF9-7D6C-CE9B-58F3-1194B59C1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5A9AD0-A355-14DF-2E59-78171F41E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2D6A-2E88-2E4F-9E59-D52513D9AB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2509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DB219F-3F81-7F13-8961-0781BA51E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D7034A-24FD-6BB5-6224-D16DF4BA9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40597E-21E2-FAC9-215C-56DE04198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26AE520-CF43-22C0-B883-87584397A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EAA2C86-25FE-2774-DA5C-5CC24B1E1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98EC593-CD20-0072-9355-BFF19D2D9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31B-E813-3746-BEE7-5CA31709023E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79F8E7E-F716-8AA5-0121-D0D1EDDE6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2EBF3D8-9EC9-BAA8-BDBA-D373A616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2D6A-2E88-2E4F-9E59-D52513D9AB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9061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5683CE-DA4B-2322-E2C3-4961BFBA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E2A18C1-71A1-E7D3-06DC-46431AE57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31B-E813-3746-BEE7-5CA31709023E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41EFEA-B2A0-BB02-E9E2-80AAE8C4A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C2E4167-C137-43BF-878F-2F1D745C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2D6A-2E88-2E4F-9E59-D52513D9AB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417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0573E20-62E9-1A9D-44AA-C4AF16589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31B-E813-3746-BEE7-5CA31709023E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046750E-B728-B90F-371F-94EAC9A66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21774F-DD24-6CB7-1787-E7AD79E4C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2D6A-2E88-2E4F-9E59-D52513D9AB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8796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8848E-0D72-8B3A-E0BF-0BD2DC8FD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833E66-AA7F-F087-069F-ECE2AD3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54295F-3C05-7ADC-4893-F17544EA6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215F7A5-546F-6E1C-CD04-D6167D891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31B-E813-3746-BEE7-5CA31709023E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067885-15B9-E068-0EB3-AC497464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346D92-FC1D-03B2-29A7-9C2011F15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2D6A-2E88-2E4F-9E59-D52513D9AB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128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021E21-D860-0888-1D7E-848BA9447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CCC4BAE-04B2-6D58-BFE8-0FE53A604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320803C-8ACA-DEEC-D8FF-8A5B2487C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0A10875-7D67-E4DE-DF4C-D6B04DBDC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31B-E813-3746-BEE7-5CA31709023E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A1381D-A13E-7367-3617-E95D892D2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B1A940-8CD0-C75F-9985-175AF4292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2D6A-2E88-2E4F-9E59-D52513D9AB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032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F672D-20C2-990D-6038-7346E0DFF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EC0A89D-3F9F-2F71-2642-B1532F430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D549B8-0E8C-49BF-8CCC-2E8B6F3C2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31B-E813-3746-BEE7-5CA31709023E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2582B2-1D3B-2A0D-7CC7-2C2420AA5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2C0DF9-916B-F155-3845-4F6033B6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2D6A-2E88-2E4F-9E59-D52513D9AB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7818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77FF97D-8EEC-7A91-DE26-1C2905F53C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7D02D9-84FA-B320-2CF7-4608921D6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AC847A-F685-FAD2-E6A5-CF84B5A90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31B-E813-3746-BEE7-5CA31709023E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25F30C-7A99-7359-EA31-718A1231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956102-6CDE-1463-E241-7D803FFBB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2D6A-2E88-2E4F-9E59-D52513D9AB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9873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603B0DD-776C-6B2A-FD4D-6B291DBD0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DA13CB-F89D-9AE8-39F5-43C5086C7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FE69D3-C726-29D7-2D6E-AFA3868F63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5D31B-E813-3746-BEE7-5CA31709023E}" type="datetimeFigureOut">
              <a:rPr lang="de-DE" smtClean="0"/>
              <a:t>09.03.2026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BA56C0-E937-1A7B-4350-D29050749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A7A185-CEF7-F816-C7C4-37330E115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52D6A-2E88-2E4F-9E59-D52513D9AB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273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51D136D-4764-8381-8F8A-E37B0AF773E2}"/>
              </a:ext>
            </a:extLst>
          </p:cNvPr>
          <p:cNvSpPr/>
          <p:nvPr/>
        </p:nvSpPr>
        <p:spPr>
          <a:xfrm>
            <a:off x="363071" y="336176"/>
            <a:ext cx="11295529" cy="611841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08E8911-0129-A7E1-7181-3C6761826BF8}"/>
              </a:ext>
            </a:extLst>
          </p:cNvPr>
          <p:cNvSpPr/>
          <p:nvPr/>
        </p:nvSpPr>
        <p:spPr>
          <a:xfrm>
            <a:off x="462775" y="417952"/>
            <a:ext cx="11112191" cy="591801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D51346D-DBDC-A621-ABB5-4E8EC618AB50}"/>
              </a:ext>
            </a:extLst>
          </p:cNvPr>
          <p:cNvSpPr/>
          <p:nvPr/>
        </p:nvSpPr>
        <p:spPr>
          <a:xfrm>
            <a:off x="3789226" y="895814"/>
            <a:ext cx="6846850" cy="49622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ADC5424-CCF7-687B-F201-8E81C215E3AF}"/>
              </a:ext>
            </a:extLst>
          </p:cNvPr>
          <p:cNvSpPr txBox="1"/>
          <p:nvPr/>
        </p:nvSpPr>
        <p:spPr>
          <a:xfrm>
            <a:off x="6891454" y="3211551"/>
            <a:ext cx="739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focus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E9243A-C5E8-AB62-EEA9-5E3216F43F13}"/>
              </a:ext>
            </a:extLst>
          </p:cNvPr>
          <p:cNvSpPr/>
          <p:nvPr/>
        </p:nvSpPr>
        <p:spPr>
          <a:xfrm>
            <a:off x="533400" y="1452100"/>
            <a:ext cx="2316939" cy="322561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46F4515-F95C-983C-1278-DE71F3E6E8A0}"/>
              </a:ext>
            </a:extLst>
          </p:cNvPr>
          <p:cNvSpPr/>
          <p:nvPr/>
        </p:nvSpPr>
        <p:spPr>
          <a:xfrm>
            <a:off x="533400" y="4780157"/>
            <a:ext cx="2316939" cy="145337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21AA1B9-620B-13D4-DEB7-6955716BC2AA}"/>
              </a:ext>
            </a:extLst>
          </p:cNvPr>
          <p:cNvSpPr txBox="1"/>
          <p:nvPr/>
        </p:nvSpPr>
        <p:spPr>
          <a:xfrm>
            <a:off x="758283" y="802888"/>
            <a:ext cx="1759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Rüdiger Schäfer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00805EC7-896E-8E64-CDAC-35B1972F8FDD}"/>
              </a:ext>
            </a:extLst>
          </p:cNvPr>
          <p:cNvSpPr txBox="1"/>
          <p:nvPr/>
        </p:nvSpPr>
        <p:spPr>
          <a:xfrm>
            <a:off x="758283" y="5322178"/>
            <a:ext cx="56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Info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A59D8DB-3E3A-07E2-9C99-649DF0FA7841}"/>
              </a:ext>
            </a:extLst>
          </p:cNvPr>
          <p:cNvSpPr/>
          <p:nvPr/>
        </p:nvSpPr>
        <p:spPr>
          <a:xfrm>
            <a:off x="533399" y="567987"/>
            <a:ext cx="2316939" cy="78167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73D0BD20-F9B3-44F1-B2CC-15ED1B034A6D}"/>
              </a:ext>
            </a:extLst>
          </p:cNvPr>
          <p:cNvSpPr txBox="1"/>
          <p:nvPr/>
        </p:nvSpPr>
        <p:spPr>
          <a:xfrm>
            <a:off x="758283" y="1584564"/>
            <a:ext cx="1277209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/>
              <a:t>Bilder</a:t>
            </a:r>
          </a:p>
          <a:p>
            <a:r>
              <a:rPr lang="de-DE" sz="1600" dirty="0"/>
              <a:t>    </a:t>
            </a:r>
            <a:r>
              <a:rPr lang="de-DE" sz="1600" dirty="0" err="1"/>
              <a:t>technik</a:t>
            </a:r>
            <a:endParaRPr lang="de-DE" sz="1600" dirty="0"/>
          </a:p>
          <a:p>
            <a:r>
              <a:rPr lang="de-DE" sz="1600" dirty="0"/>
              <a:t>    </a:t>
            </a:r>
            <a:r>
              <a:rPr lang="de-DE" sz="1600" dirty="0" err="1"/>
              <a:t>technik</a:t>
            </a:r>
            <a:endParaRPr lang="de-DE" sz="1600" dirty="0"/>
          </a:p>
          <a:p>
            <a:r>
              <a:rPr lang="de-DE" sz="1600" dirty="0"/>
              <a:t>    </a:t>
            </a:r>
            <a:r>
              <a:rPr lang="de-DE" sz="1600" dirty="0" err="1"/>
              <a:t>technik</a:t>
            </a:r>
            <a:endParaRPr lang="de-DE" sz="1600" dirty="0"/>
          </a:p>
          <a:p>
            <a:r>
              <a:rPr lang="de-DE" sz="1600" dirty="0"/>
              <a:t>    </a:t>
            </a:r>
            <a:r>
              <a:rPr lang="de-DE" sz="1600" dirty="0" err="1"/>
              <a:t>technik</a:t>
            </a:r>
            <a:endParaRPr lang="de-DE" sz="1600" dirty="0"/>
          </a:p>
          <a:p>
            <a:r>
              <a:rPr lang="de-DE" sz="1600" dirty="0"/>
              <a:t>Objekte</a:t>
            </a:r>
          </a:p>
          <a:p>
            <a:r>
              <a:rPr lang="de-DE" sz="1600" dirty="0"/>
              <a:t>Serien</a:t>
            </a:r>
          </a:p>
          <a:p>
            <a:endParaRPr lang="de-DE" sz="1600" dirty="0"/>
          </a:p>
          <a:p>
            <a:r>
              <a:rPr lang="de-DE" sz="1600" dirty="0"/>
              <a:t>Aktuelles</a:t>
            </a:r>
          </a:p>
          <a:p>
            <a:r>
              <a:rPr lang="de-DE" sz="1600" dirty="0"/>
              <a:t>Der Künstler</a:t>
            </a:r>
          </a:p>
          <a:p>
            <a:r>
              <a:rPr lang="de-DE" sz="1600" dirty="0"/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95694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44385-6F32-4C97-15DF-7AA23DB5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C1EA9633-206E-7708-5123-1B43887F44E6}"/>
              </a:ext>
            </a:extLst>
          </p:cNvPr>
          <p:cNvSpPr/>
          <p:nvPr/>
        </p:nvSpPr>
        <p:spPr>
          <a:xfrm>
            <a:off x="363071" y="336176"/>
            <a:ext cx="11295529" cy="611841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713973F-CE67-3C6A-6751-B2AC2FCF7079}"/>
              </a:ext>
            </a:extLst>
          </p:cNvPr>
          <p:cNvSpPr/>
          <p:nvPr/>
        </p:nvSpPr>
        <p:spPr>
          <a:xfrm>
            <a:off x="533400" y="1452100"/>
            <a:ext cx="2316939" cy="322561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A6620DB-A91B-6383-A356-D373889E7A0C}"/>
              </a:ext>
            </a:extLst>
          </p:cNvPr>
          <p:cNvSpPr/>
          <p:nvPr/>
        </p:nvSpPr>
        <p:spPr>
          <a:xfrm>
            <a:off x="533400" y="4780157"/>
            <a:ext cx="2316939" cy="145337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948DD85-CC96-FEB7-8A0B-D225C6E5C2B1}"/>
              </a:ext>
            </a:extLst>
          </p:cNvPr>
          <p:cNvSpPr/>
          <p:nvPr/>
        </p:nvSpPr>
        <p:spPr>
          <a:xfrm>
            <a:off x="462775" y="417952"/>
            <a:ext cx="11112191" cy="591801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656FA65-6786-31A7-3446-4B672864783F}"/>
              </a:ext>
            </a:extLst>
          </p:cNvPr>
          <p:cNvSpPr txBox="1"/>
          <p:nvPr/>
        </p:nvSpPr>
        <p:spPr>
          <a:xfrm>
            <a:off x="758283" y="802888"/>
            <a:ext cx="1759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Rüdiger Schäfer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66214AE-4C64-D8EF-9C64-F9109689411A}"/>
              </a:ext>
            </a:extLst>
          </p:cNvPr>
          <p:cNvSpPr txBox="1"/>
          <p:nvPr/>
        </p:nvSpPr>
        <p:spPr>
          <a:xfrm>
            <a:off x="758283" y="5322178"/>
            <a:ext cx="177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Info (not </a:t>
            </a:r>
            <a:r>
              <a:rPr lang="de-DE" dirty="0" err="1"/>
              <a:t>shown</a:t>
            </a:r>
            <a:r>
              <a:rPr lang="de-DE" dirty="0"/>
              <a:t>)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5BC33CAA-9B16-7EA3-1097-0789FEF9A5AC}"/>
              </a:ext>
            </a:extLst>
          </p:cNvPr>
          <p:cNvGrpSpPr/>
          <p:nvPr/>
        </p:nvGrpSpPr>
        <p:grpSpPr>
          <a:xfrm>
            <a:off x="3789331" y="802888"/>
            <a:ext cx="6782025" cy="5134195"/>
            <a:chOff x="3399038" y="802888"/>
            <a:chExt cx="7620323" cy="5768812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53CAF9A0-A205-5A2E-452E-9854169A347F}"/>
                </a:ext>
              </a:extLst>
            </p:cNvPr>
            <p:cNvSpPr/>
            <p:nvPr/>
          </p:nvSpPr>
          <p:spPr>
            <a:xfrm>
              <a:off x="3399038" y="814040"/>
              <a:ext cx="1797635" cy="17976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A2AB8A20-214B-2900-34C1-5C529A0024D9}"/>
                </a:ext>
              </a:extLst>
            </p:cNvPr>
            <p:cNvSpPr txBox="1"/>
            <p:nvPr/>
          </p:nvSpPr>
          <p:spPr>
            <a:xfrm>
              <a:off x="7358132" y="3417107"/>
              <a:ext cx="735933" cy="41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grid</a:t>
              </a:r>
              <a:endParaRPr lang="de-DE" dirty="0"/>
            </a:p>
          </p:txBody>
        </p:sp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4D41D52F-C081-3EB4-765C-82B35FBEFF28}"/>
                </a:ext>
              </a:extLst>
            </p:cNvPr>
            <p:cNvSpPr/>
            <p:nvPr/>
          </p:nvSpPr>
          <p:spPr>
            <a:xfrm>
              <a:off x="5339282" y="802888"/>
              <a:ext cx="1797635" cy="17976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4F8698E3-60A8-FE12-0101-29F3EB8DAFE3}"/>
                </a:ext>
              </a:extLst>
            </p:cNvPr>
            <p:cNvSpPr/>
            <p:nvPr/>
          </p:nvSpPr>
          <p:spPr>
            <a:xfrm>
              <a:off x="7279526" y="802888"/>
              <a:ext cx="1797635" cy="17976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B794701A-21C9-AAA2-5A9C-4FB1379719D0}"/>
                </a:ext>
              </a:extLst>
            </p:cNvPr>
            <p:cNvSpPr/>
            <p:nvPr/>
          </p:nvSpPr>
          <p:spPr>
            <a:xfrm>
              <a:off x="9219770" y="814040"/>
              <a:ext cx="1797635" cy="17976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3D895A61-F786-F6A5-CB49-F060FBB3D6D7}"/>
                </a:ext>
              </a:extLst>
            </p:cNvPr>
            <p:cNvSpPr/>
            <p:nvPr/>
          </p:nvSpPr>
          <p:spPr>
            <a:xfrm>
              <a:off x="3400994" y="2787805"/>
              <a:ext cx="1797635" cy="17976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8138089E-494E-EF56-C576-CF0077D144CB}"/>
                </a:ext>
              </a:extLst>
            </p:cNvPr>
            <p:cNvSpPr/>
            <p:nvPr/>
          </p:nvSpPr>
          <p:spPr>
            <a:xfrm>
              <a:off x="5341238" y="2776653"/>
              <a:ext cx="1797635" cy="17976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8F5722B9-2099-D148-3339-967790A16472}"/>
                </a:ext>
              </a:extLst>
            </p:cNvPr>
            <p:cNvSpPr/>
            <p:nvPr/>
          </p:nvSpPr>
          <p:spPr>
            <a:xfrm>
              <a:off x="7281482" y="2776653"/>
              <a:ext cx="1797635" cy="17976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08563FCC-4459-6B69-7E52-8236DE9E1D92}"/>
                </a:ext>
              </a:extLst>
            </p:cNvPr>
            <p:cNvSpPr/>
            <p:nvPr/>
          </p:nvSpPr>
          <p:spPr>
            <a:xfrm>
              <a:off x="9221726" y="2787805"/>
              <a:ext cx="1797635" cy="17976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8A18F2F5-815C-F770-4BAA-25E7CC3B92A1}"/>
                </a:ext>
              </a:extLst>
            </p:cNvPr>
            <p:cNvSpPr/>
            <p:nvPr/>
          </p:nvSpPr>
          <p:spPr>
            <a:xfrm>
              <a:off x="3399038" y="4774064"/>
              <a:ext cx="1797635" cy="17976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136844FA-96D6-FF46-C170-0167731129B8}"/>
                </a:ext>
              </a:extLst>
            </p:cNvPr>
            <p:cNvSpPr/>
            <p:nvPr/>
          </p:nvSpPr>
          <p:spPr>
            <a:xfrm>
              <a:off x="5339282" y="4762912"/>
              <a:ext cx="1797635" cy="17976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7E5257E0-3300-EAAE-C8D4-C9444DB5EB33}"/>
                </a:ext>
              </a:extLst>
            </p:cNvPr>
            <p:cNvSpPr/>
            <p:nvPr/>
          </p:nvSpPr>
          <p:spPr>
            <a:xfrm>
              <a:off x="7279526" y="4762912"/>
              <a:ext cx="1797635" cy="17976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D0D0864D-9E57-5FE0-825D-B0C9B915A079}"/>
                </a:ext>
              </a:extLst>
            </p:cNvPr>
            <p:cNvSpPr/>
            <p:nvPr/>
          </p:nvSpPr>
          <p:spPr>
            <a:xfrm>
              <a:off x="9219770" y="4774064"/>
              <a:ext cx="1797635" cy="17976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935773EB-FE2C-ADD5-1A12-BF08736D9F74}"/>
              </a:ext>
            </a:extLst>
          </p:cNvPr>
          <p:cNvSpPr/>
          <p:nvPr/>
        </p:nvSpPr>
        <p:spPr>
          <a:xfrm>
            <a:off x="533399" y="567987"/>
            <a:ext cx="2316939" cy="78167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7ED4864B-CA53-C3C9-E40E-0EF80FBE21A2}"/>
              </a:ext>
            </a:extLst>
          </p:cNvPr>
          <p:cNvSpPr txBox="1"/>
          <p:nvPr/>
        </p:nvSpPr>
        <p:spPr>
          <a:xfrm>
            <a:off x="758283" y="1584564"/>
            <a:ext cx="1277209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/>
              <a:t>Bilder</a:t>
            </a:r>
          </a:p>
          <a:p>
            <a:r>
              <a:rPr lang="de-DE" sz="1600" dirty="0"/>
              <a:t>    </a:t>
            </a:r>
            <a:r>
              <a:rPr lang="de-DE" sz="1600" dirty="0" err="1"/>
              <a:t>technik</a:t>
            </a:r>
            <a:endParaRPr lang="de-DE" sz="1600" dirty="0"/>
          </a:p>
          <a:p>
            <a:r>
              <a:rPr lang="de-DE" sz="1600" dirty="0"/>
              <a:t>    </a:t>
            </a:r>
            <a:r>
              <a:rPr lang="de-DE" sz="1600" dirty="0" err="1"/>
              <a:t>technik</a:t>
            </a:r>
            <a:endParaRPr lang="de-DE" sz="1600" dirty="0"/>
          </a:p>
          <a:p>
            <a:r>
              <a:rPr lang="de-DE" sz="1600" dirty="0"/>
              <a:t>    </a:t>
            </a:r>
            <a:r>
              <a:rPr lang="de-DE" sz="1600" dirty="0" err="1"/>
              <a:t>technik</a:t>
            </a:r>
            <a:endParaRPr lang="de-DE" sz="1600" dirty="0"/>
          </a:p>
          <a:p>
            <a:r>
              <a:rPr lang="de-DE" sz="1600" dirty="0"/>
              <a:t>    </a:t>
            </a:r>
            <a:r>
              <a:rPr lang="de-DE" sz="1600" dirty="0" err="1"/>
              <a:t>technik</a:t>
            </a:r>
            <a:endParaRPr lang="de-DE" sz="1600" dirty="0"/>
          </a:p>
          <a:p>
            <a:r>
              <a:rPr lang="de-DE" sz="1600" dirty="0"/>
              <a:t>Objekte</a:t>
            </a:r>
          </a:p>
          <a:p>
            <a:r>
              <a:rPr lang="de-DE" sz="1600" dirty="0"/>
              <a:t>Serien</a:t>
            </a:r>
          </a:p>
          <a:p>
            <a:endParaRPr lang="de-DE" sz="1600" dirty="0"/>
          </a:p>
          <a:p>
            <a:r>
              <a:rPr lang="de-DE" sz="1600" dirty="0"/>
              <a:t>Aktuelles</a:t>
            </a:r>
          </a:p>
          <a:p>
            <a:r>
              <a:rPr lang="de-DE" sz="1600" dirty="0"/>
              <a:t>Der Künstler</a:t>
            </a:r>
          </a:p>
          <a:p>
            <a:r>
              <a:rPr lang="de-DE" sz="1600" dirty="0"/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4054133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C842-4C5B-849B-C399-A2BE7F66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0C5332E-75F0-E328-C5C9-BB04EE38288C}"/>
              </a:ext>
            </a:extLst>
          </p:cNvPr>
          <p:cNvSpPr/>
          <p:nvPr/>
        </p:nvSpPr>
        <p:spPr>
          <a:xfrm>
            <a:off x="363071" y="336176"/>
            <a:ext cx="11295529" cy="611841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C491EF8-CC77-F91E-DC91-8C4FC5F78A44}"/>
              </a:ext>
            </a:extLst>
          </p:cNvPr>
          <p:cNvSpPr/>
          <p:nvPr/>
        </p:nvSpPr>
        <p:spPr>
          <a:xfrm>
            <a:off x="462775" y="417952"/>
            <a:ext cx="11112191" cy="591801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725531E-D9D9-E16A-22CB-519C0DC7EA2D}"/>
              </a:ext>
            </a:extLst>
          </p:cNvPr>
          <p:cNvSpPr/>
          <p:nvPr/>
        </p:nvSpPr>
        <p:spPr>
          <a:xfrm>
            <a:off x="3789226" y="1452100"/>
            <a:ext cx="6846850" cy="44060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B4E5B98-6EDA-A92B-2A6E-FBB352DE1EB9}"/>
              </a:ext>
            </a:extLst>
          </p:cNvPr>
          <p:cNvSpPr txBox="1"/>
          <p:nvPr/>
        </p:nvSpPr>
        <p:spPr>
          <a:xfrm>
            <a:off x="6891454" y="3211551"/>
            <a:ext cx="739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focus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FD77B60-167E-68C3-E3B1-B2EEAFB82E84}"/>
              </a:ext>
            </a:extLst>
          </p:cNvPr>
          <p:cNvSpPr/>
          <p:nvPr/>
        </p:nvSpPr>
        <p:spPr>
          <a:xfrm>
            <a:off x="533400" y="1452100"/>
            <a:ext cx="2316939" cy="322561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7FE1437-7D90-A6B9-FDE6-B8BF6298199C}"/>
              </a:ext>
            </a:extLst>
          </p:cNvPr>
          <p:cNvSpPr/>
          <p:nvPr/>
        </p:nvSpPr>
        <p:spPr>
          <a:xfrm>
            <a:off x="533400" y="4780157"/>
            <a:ext cx="2316939" cy="145337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0FFA9DA-20AB-18B0-9A6A-80213A64A696}"/>
              </a:ext>
            </a:extLst>
          </p:cNvPr>
          <p:cNvSpPr txBox="1"/>
          <p:nvPr/>
        </p:nvSpPr>
        <p:spPr>
          <a:xfrm>
            <a:off x="758283" y="802888"/>
            <a:ext cx="1759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Rüdiger Schäfer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4372D35-C3E2-117D-E00B-635349DA143E}"/>
              </a:ext>
            </a:extLst>
          </p:cNvPr>
          <p:cNvSpPr txBox="1"/>
          <p:nvPr/>
        </p:nvSpPr>
        <p:spPr>
          <a:xfrm>
            <a:off x="758283" y="5322178"/>
            <a:ext cx="563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Info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D12CAF1-FBFA-C779-7D78-81552488CA7E}"/>
              </a:ext>
            </a:extLst>
          </p:cNvPr>
          <p:cNvSpPr/>
          <p:nvPr/>
        </p:nvSpPr>
        <p:spPr>
          <a:xfrm>
            <a:off x="533399" y="567987"/>
            <a:ext cx="2316939" cy="78167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9BE9A27-2E53-628D-7210-B6FCD234509F}"/>
              </a:ext>
            </a:extLst>
          </p:cNvPr>
          <p:cNvSpPr txBox="1"/>
          <p:nvPr/>
        </p:nvSpPr>
        <p:spPr>
          <a:xfrm>
            <a:off x="4003944" y="818300"/>
            <a:ext cx="6400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SerienTitel</a:t>
            </a:r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DAF39C6-A7BB-D190-B23D-66125341B169}"/>
              </a:ext>
            </a:extLst>
          </p:cNvPr>
          <p:cNvSpPr/>
          <p:nvPr/>
        </p:nvSpPr>
        <p:spPr>
          <a:xfrm>
            <a:off x="3779061" y="583399"/>
            <a:ext cx="6846850" cy="78167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FBCACFF-8172-039B-F32A-D29949CBA715}"/>
              </a:ext>
            </a:extLst>
          </p:cNvPr>
          <p:cNvSpPr txBox="1"/>
          <p:nvPr/>
        </p:nvSpPr>
        <p:spPr>
          <a:xfrm>
            <a:off x="758283" y="1649137"/>
            <a:ext cx="1277209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Bilder</a:t>
            </a:r>
          </a:p>
          <a:p>
            <a:r>
              <a:rPr lang="de-DE" sz="1600" dirty="0"/>
              <a:t>Objekte</a:t>
            </a:r>
          </a:p>
          <a:p>
            <a:r>
              <a:rPr lang="de-DE" sz="1600" b="1" dirty="0"/>
              <a:t>Serien</a:t>
            </a:r>
          </a:p>
          <a:p>
            <a:r>
              <a:rPr lang="de-DE" sz="1600" dirty="0"/>
              <a:t>    Serie</a:t>
            </a:r>
            <a:endParaRPr lang="de-DE" sz="1600" b="1" dirty="0"/>
          </a:p>
          <a:p>
            <a:r>
              <a:rPr lang="de-DE" sz="1600" dirty="0"/>
              <a:t>    Serie</a:t>
            </a:r>
            <a:endParaRPr lang="de-DE" sz="1600" b="1" dirty="0"/>
          </a:p>
          <a:p>
            <a:r>
              <a:rPr lang="de-DE" sz="1600" dirty="0"/>
              <a:t>    Serie</a:t>
            </a:r>
            <a:endParaRPr lang="de-DE" sz="1600" b="1" dirty="0"/>
          </a:p>
          <a:p>
            <a:r>
              <a:rPr lang="de-DE" sz="1600" dirty="0"/>
              <a:t>    Serie</a:t>
            </a:r>
          </a:p>
          <a:p>
            <a:endParaRPr lang="de-DE" sz="1600" dirty="0"/>
          </a:p>
          <a:p>
            <a:r>
              <a:rPr lang="de-DE" sz="1600" dirty="0"/>
              <a:t>Aktuelles</a:t>
            </a:r>
          </a:p>
          <a:p>
            <a:r>
              <a:rPr lang="de-DE" sz="1600" dirty="0"/>
              <a:t>Der Künstler</a:t>
            </a:r>
          </a:p>
          <a:p>
            <a:r>
              <a:rPr lang="de-DE" sz="1600" dirty="0"/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3935221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C3F8B-02D2-8CAC-53C2-DF4C74499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BE6F742-78A3-F158-D200-5BFF8A8F5C45}"/>
              </a:ext>
            </a:extLst>
          </p:cNvPr>
          <p:cNvSpPr/>
          <p:nvPr/>
        </p:nvSpPr>
        <p:spPr>
          <a:xfrm>
            <a:off x="363071" y="336176"/>
            <a:ext cx="11295529" cy="611841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FBF3921-3130-A99A-4001-DD448D3B48F5}"/>
              </a:ext>
            </a:extLst>
          </p:cNvPr>
          <p:cNvSpPr/>
          <p:nvPr/>
        </p:nvSpPr>
        <p:spPr>
          <a:xfrm>
            <a:off x="533400" y="1452100"/>
            <a:ext cx="2316939" cy="322561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A2B336B-75E5-EA0B-3730-31354AAA9E0E}"/>
              </a:ext>
            </a:extLst>
          </p:cNvPr>
          <p:cNvSpPr/>
          <p:nvPr/>
        </p:nvSpPr>
        <p:spPr>
          <a:xfrm>
            <a:off x="533400" y="4780157"/>
            <a:ext cx="2316939" cy="145337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AC616A7-5E8C-33B2-9110-74DB5129F24E}"/>
              </a:ext>
            </a:extLst>
          </p:cNvPr>
          <p:cNvSpPr/>
          <p:nvPr/>
        </p:nvSpPr>
        <p:spPr>
          <a:xfrm>
            <a:off x="462775" y="417952"/>
            <a:ext cx="11112191" cy="591801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CA7536C-6E79-F19D-E6C6-2C2934958F49}"/>
              </a:ext>
            </a:extLst>
          </p:cNvPr>
          <p:cNvSpPr txBox="1"/>
          <p:nvPr/>
        </p:nvSpPr>
        <p:spPr>
          <a:xfrm>
            <a:off x="758283" y="802888"/>
            <a:ext cx="1759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Rüdiger Schäfer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E72472E-01C9-60F9-AEC3-B63DF5ED5F4E}"/>
              </a:ext>
            </a:extLst>
          </p:cNvPr>
          <p:cNvSpPr txBox="1"/>
          <p:nvPr/>
        </p:nvSpPr>
        <p:spPr>
          <a:xfrm>
            <a:off x="758283" y="5322178"/>
            <a:ext cx="177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Info (not </a:t>
            </a:r>
            <a:r>
              <a:rPr lang="de-DE" dirty="0" err="1"/>
              <a:t>shown</a:t>
            </a:r>
            <a:r>
              <a:rPr lang="de-DE" dirty="0"/>
              <a:t>)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A8F384D-C375-F270-2546-3C162C8B991C}"/>
              </a:ext>
            </a:extLst>
          </p:cNvPr>
          <p:cNvGrpSpPr/>
          <p:nvPr/>
        </p:nvGrpSpPr>
        <p:grpSpPr>
          <a:xfrm>
            <a:off x="3779061" y="1464236"/>
            <a:ext cx="6844991" cy="3397696"/>
            <a:chOff x="3789331" y="802888"/>
            <a:chExt cx="6782025" cy="3366441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5B35A4CC-C633-AB49-4595-A74EBF6DFB2C}"/>
                </a:ext>
              </a:extLst>
            </p:cNvPr>
            <p:cNvSpPr/>
            <p:nvPr/>
          </p:nvSpPr>
          <p:spPr>
            <a:xfrm>
              <a:off x="3789331" y="812813"/>
              <a:ext cx="1599880" cy="159988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B4031404-2959-9D3E-F70E-C7B3F9694403}"/>
                </a:ext>
              </a:extLst>
            </p:cNvPr>
            <p:cNvSpPr txBox="1"/>
            <p:nvPr/>
          </p:nvSpPr>
          <p:spPr>
            <a:xfrm>
              <a:off x="7312892" y="3129521"/>
              <a:ext cx="6549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grid</a:t>
              </a:r>
              <a:endParaRPr lang="de-DE" dirty="0"/>
            </a:p>
          </p:txBody>
        </p:sp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F2EDE5A6-58C6-1F4F-D723-0B192CCFEB4D}"/>
                </a:ext>
              </a:extLst>
            </p:cNvPr>
            <p:cNvSpPr/>
            <p:nvPr/>
          </p:nvSpPr>
          <p:spPr>
            <a:xfrm>
              <a:off x="5516132" y="802888"/>
              <a:ext cx="1599880" cy="159988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1C38A0C1-3961-901F-B39E-03DF9425CBBC}"/>
                </a:ext>
              </a:extLst>
            </p:cNvPr>
            <p:cNvSpPr/>
            <p:nvPr/>
          </p:nvSpPr>
          <p:spPr>
            <a:xfrm>
              <a:off x="7242934" y="802888"/>
              <a:ext cx="1599880" cy="159988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189538BD-E38F-2CA3-DF0B-D794F2A79491}"/>
                </a:ext>
              </a:extLst>
            </p:cNvPr>
            <p:cNvSpPr/>
            <p:nvPr/>
          </p:nvSpPr>
          <p:spPr>
            <a:xfrm>
              <a:off x="8969735" y="812813"/>
              <a:ext cx="1599880" cy="159988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10A099E4-66A1-523C-50AE-48A57C288445}"/>
                </a:ext>
              </a:extLst>
            </p:cNvPr>
            <p:cNvSpPr/>
            <p:nvPr/>
          </p:nvSpPr>
          <p:spPr>
            <a:xfrm>
              <a:off x="3791072" y="2569448"/>
              <a:ext cx="1599880" cy="159988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3BA72DFA-27AB-0B1A-D318-5B603913B278}"/>
                </a:ext>
              </a:extLst>
            </p:cNvPr>
            <p:cNvSpPr/>
            <p:nvPr/>
          </p:nvSpPr>
          <p:spPr>
            <a:xfrm>
              <a:off x="5517873" y="2559523"/>
              <a:ext cx="1599880" cy="159988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E92A9356-2A97-D51E-6764-390F06498846}"/>
                </a:ext>
              </a:extLst>
            </p:cNvPr>
            <p:cNvSpPr/>
            <p:nvPr/>
          </p:nvSpPr>
          <p:spPr>
            <a:xfrm>
              <a:off x="7244674" y="2559523"/>
              <a:ext cx="1599880" cy="159988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D52DE7D7-6272-DB40-5CC6-BBD5C58E0FB8}"/>
                </a:ext>
              </a:extLst>
            </p:cNvPr>
            <p:cNvSpPr/>
            <p:nvPr/>
          </p:nvSpPr>
          <p:spPr>
            <a:xfrm>
              <a:off x="8971476" y="2569448"/>
              <a:ext cx="1599880" cy="159988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9DB12D97-CAE1-0914-5217-111EC17C4A00}"/>
              </a:ext>
            </a:extLst>
          </p:cNvPr>
          <p:cNvSpPr/>
          <p:nvPr/>
        </p:nvSpPr>
        <p:spPr>
          <a:xfrm>
            <a:off x="533399" y="567987"/>
            <a:ext cx="2316939" cy="78167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ABF927A5-1809-391B-2637-4373F61F3662}"/>
              </a:ext>
            </a:extLst>
          </p:cNvPr>
          <p:cNvSpPr/>
          <p:nvPr/>
        </p:nvSpPr>
        <p:spPr>
          <a:xfrm>
            <a:off x="3779061" y="583399"/>
            <a:ext cx="6846850" cy="78167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35453A0-AD75-76AB-A342-9AD1A8739934}"/>
              </a:ext>
            </a:extLst>
          </p:cNvPr>
          <p:cNvSpPr txBox="1"/>
          <p:nvPr/>
        </p:nvSpPr>
        <p:spPr>
          <a:xfrm>
            <a:off x="4003944" y="818300"/>
            <a:ext cx="6400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SerienTitel</a:t>
            </a:r>
            <a:endParaRPr lang="de-DE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AA6BD42-AFBA-76CC-DFF4-38235B80B176}"/>
              </a:ext>
            </a:extLst>
          </p:cNvPr>
          <p:cNvSpPr txBox="1"/>
          <p:nvPr/>
        </p:nvSpPr>
        <p:spPr>
          <a:xfrm>
            <a:off x="758283" y="1649137"/>
            <a:ext cx="1277209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Bilder</a:t>
            </a:r>
          </a:p>
          <a:p>
            <a:r>
              <a:rPr lang="de-DE" sz="1600" dirty="0"/>
              <a:t>Objekte</a:t>
            </a:r>
          </a:p>
          <a:p>
            <a:r>
              <a:rPr lang="de-DE" sz="1600" b="1" dirty="0"/>
              <a:t>Serien</a:t>
            </a:r>
          </a:p>
          <a:p>
            <a:r>
              <a:rPr lang="de-DE" sz="1600" dirty="0"/>
              <a:t>    Serie</a:t>
            </a:r>
            <a:endParaRPr lang="de-DE" sz="1600" b="1" dirty="0"/>
          </a:p>
          <a:p>
            <a:r>
              <a:rPr lang="de-DE" sz="1600" dirty="0"/>
              <a:t>    Serie</a:t>
            </a:r>
            <a:endParaRPr lang="de-DE" sz="1600" b="1" dirty="0"/>
          </a:p>
          <a:p>
            <a:r>
              <a:rPr lang="de-DE" sz="1600" dirty="0"/>
              <a:t>    Serie</a:t>
            </a:r>
            <a:endParaRPr lang="de-DE" sz="1600" b="1" dirty="0"/>
          </a:p>
          <a:p>
            <a:r>
              <a:rPr lang="de-DE" sz="1600" dirty="0"/>
              <a:t>    Serie</a:t>
            </a:r>
          </a:p>
          <a:p>
            <a:endParaRPr lang="de-DE" sz="1600" dirty="0"/>
          </a:p>
          <a:p>
            <a:r>
              <a:rPr lang="de-DE" sz="1600" dirty="0"/>
              <a:t>Aktuelles</a:t>
            </a:r>
          </a:p>
          <a:p>
            <a:r>
              <a:rPr lang="de-DE" sz="1600" dirty="0"/>
              <a:t>Der Künstler</a:t>
            </a:r>
          </a:p>
          <a:p>
            <a:r>
              <a:rPr lang="de-DE" sz="1600" dirty="0"/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1499726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1DE3040-4BE9-649A-901D-FB9A99D93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765" y="500693"/>
            <a:ext cx="5576484" cy="277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5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Schwarz, Screenshot, weiß, Reihe enthält.&#10;&#10;KI-generierte Inhalte können fehlerhaft sein.">
            <a:extLst>
              <a:ext uri="{FF2B5EF4-FFF2-40B4-BE49-F238E27FC236}">
                <a16:creationId xmlns:a16="http://schemas.microsoft.com/office/drawing/2014/main" id="{3AB4CB2A-8D73-BEDF-1FBE-618B7EC52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175" y="1062037"/>
            <a:ext cx="609600" cy="609600"/>
          </a:xfrm>
          <a:prstGeom prst="rect">
            <a:avLst/>
          </a:prstGeom>
        </p:spPr>
      </p:pic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B6C0E64-8A7A-FF6A-0963-046FCAFBDE6B}"/>
              </a:ext>
            </a:extLst>
          </p:cNvPr>
          <p:cNvGrpSpPr/>
          <p:nvPr/>
        </p:nvGrpSpPr>
        <p:grpSpPr>
          <a:xfrm>
            <a:off x="3783806" y="1879600"/>
            <a:ext cx="766762" cy="765175"/>
            <a:chOff x="3783806" y="1879600"/>
            <a:chExt cx="766762" cy="765175"/>
          </a:xfrm>
        </p:grpSpPr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F60FAB4B-FB3E-68B6-0BB0-55E08A8A6707}"/>
                </a:ext>
              </a:extLst>
            </p:cNvPr>
            <p:cNvSpPr/>
            <p:nvPr/>
          </p:nvSpPr>
          <p:spPr>
            <a:xfrm>
              <a:off x="3783806" y="1879600"/>
              <a:ext cx="766762" cy="765175"/>
            </a:xfrm>
            <a:prstGeom prst="roundRect">
              <a:avLst>
                <a:gd name="adj" fmla="val 22269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CF96F0B5-8AAE-5950-10BE-CE60551378F3}"/>
                </a:ext>
              </a:extLst>
            </p:cNvPr>
            <p:cNvSpPr/>
            <p:nvPr/>
          </p:nvSpPr>
          <p:spPr>
            <a:xfrm>
              <a:off x="3995735" y="2090737"/>
              <a:ext cx="342902" cy="342902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CDFEA6AE-1BE7-49EC-5EF7-F704D1D3F80A}"/>
                </a:ext>
              </a:extLst>
            </p:cNvPr>
            <p:cNvSpPr/>
            <p:nvPr/>
          </p:nvSpPr>
          <p:spPr>
            <a:xfrm>
              <a:off x="4382293" y="1999456"/>
              <a:ext cx="47626" cy="4762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CB9DA6BA-7715-D98C-BBAF-CD0D844501EB}"/>
              </a:ext>
            </a:extLst>
          </p:cNvPr>
          <p:cNvGrpSpPr/>
          <p:nvPr/>
        </p:nvGrpSpPr>
        <p:grpSpPr>
          <a:xfrm>
            <a:off x="4891088" y="1879600"/>
            <a:ext cx="1071562" cy="765175"/>
            <a:chOff x="4891088" y="1879600"/>
            <a:chExt cx="1071562" cy="765175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30E86A95-016E-BE73-AEB1-B8047B3F5467}"/>
                </a:ext>
              </a:extLst>
            </p:cNvPr>
            <p:cNvSpPr/>
            <p:nvPr/>
          </p:nvSpPr>
          <p:spPr>
            <a:xfrm>
              <a:off x="4891088" y="1879600"/>
              <a:ext cx="1071562" cy="765175"/>
            </a:xfrm>
            <a:prstGeom prst="roundRect">
              <a:avLst>
                <a:gd name="adj" fmla="val 22269"/>
              </a:avLst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E97ECDA3-B6F5-490C-A0DA-F6FAC7792D8A}"/>
                </a:ext>
              </a:extLst>
            </p:cNvPr>
            <p:cNvGrpSpPr/>
            <p:nvPr/>
          </p:nvGrpSpPr>
          <p:grpSpPr>
            <a:xfrm>
              <a:off x="5438016" y="2047082"/>
              <a:ext cx="357947" cy="462696"/>
              <a:chOff x="5438016" y="2047082"/>
              <a:chExt cx="357947" cy="462696"/>
            </a:xfrm>
          </p:grpSpPr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BBE0E9A8-D340-4F9D-587F-346326F2EA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38016" y="2047082"/>
                <a:ext cx="357947" cy="316782"/>
              </a:xfrm>
              <a:prstGeom prst="line">
                <a:avLst/>
              </a:prstGeom>
              <a:ln w="57150" cap="rnd">
                <a:rou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DA312A4E-702F-6585-92FD-84275E4596C4}"/>
                  </a:ext>
                </a:extLst>
              </p:cNvPr>
              <p:cNvCxnSpPr>
                <a:cxnSpLocks/>
              </p:cNvCxnSpPr>
              <p:nvPr/>
            </p:nvCxnSpPr>
            <p:spPr>
              <a:xfrm rot="8119824">
                <a:off x="5675253" y="2229246"/>
                <a:ext cx="0" cy="280532"/>
              </a:xfrm>
              <a:prstGeom prst="line">
                <a:avLst/>
              </a:prstGeom>
              <a:ln w="57150" cap="rnd">
                <a:rou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04A5EF91-CD82-19E7-982E-6E17B9375F7D}"/>
                </a:ext>
              </a:extLst>
            </p:cNvPr>
            <p:cNvGrpSpPr/>
            <p:nvPr/>
          </p:nvGrpSpPr>
          <p:grpSpPr>
            <a:xfrm flipH="1">
              <a:off x="5080069" y="2047082"/>
              <a:ext cx="357947" cy="462696"/>
              <a:chOff x="5438016" y="2047082"/>
              <a:chExt cx="357947" cy="462696"/>
            </a:xfrm>
          </p:grpSpPr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D0136D3C-6708-C1A2-EE0A-1DA105B2F7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38016" y="2047082"/>
                <a:ext cx="357947" cy="316782"/>
              </a:xfrm>
              <a:prstGeom prst="line">
                <a:avLst/>
              </a:prstGeom>
              <a:ln w="57150" cap="rnd">
                <a:rou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368C6FE4-6C9F-2C7B-7451-A3E53B167878}"/>
                  </a:ext>
                </a:extLst>
              </p:cNvPr>
              <p:cNvCxnSpPr>
                <a:cxnSpLocks/>
              </p:cNvCxnSpPr>
              <p:nvPr/>
            </p:nvCxnSpPr>
            <p:spPr>
              <a:xfrm rot="8119824">
                <a:off x="5675253" y="2229246"/>
                <a:ext cx="0" cy="280532"/>
              </a:xfrm>
              <a:prstGeom prst="line">
                <a:avLst/>
              </a:prstGeom>
              <a:ln w="57150" cap="rnd">
                <a:round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550626CE-75DD-9248-8285-D249FDA00FC3}"/>
              </a:ext>
            </a:extLst>
          </p:cNvPr>
          <p:cNvGrpSpPr/>
          <p:nvPr/>
        </p:nvGrpSpPr>
        <p:grpSpPr>
          <a:xfrm>
            <a:off x="5067300" y="3474620"/>
            <a:ext cx="949071" cy="949071"/>
            <a:chOff x="5300395" y="4425239"/>
            <a:chExt cx="740354" cy="740354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FEC7EBF4-5FED-A5A0-CB3C-2391F4EDA12D}"/>
                </a:ext>
              </a:extLst>
            </p:cNvPr>
            <p:cNvSpPr/>
            <p:nvPr/>
          </p:nvSpPr>
          <p:spPr>
            <a:xfrm>
              <a:off x="5300395" y="4425239"/>
              <a:ext cx="343177" cy="3431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C834A73D-1316-119B-58D3-9FFCF7A5CB83}"/>
                </a:ext>
              </a:extLst>
            </p:cNvPr>
            <p:cNvSpPr/>
            <p:nvPr/>
          </p:nvSpPr>
          <p:spPr>
            <a:xfrm>
              <a:off x="5697572" y="4425239"/>
              <a:ext cx="343177" cy="3431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974CC099-826E-5178-61A3-01618F016D97}"/>
                </a:ext>
              </a:extLst>
            </p:cNvPr>
            <p:cNvSpPr/>
            <p:nvPr/>
          </p:nvSpPr>
          <p:spPr>
            <a:xfrm>
              <a:off x="5697572" y="4822416"/>
              <a:ext cx="343177" cy="3431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296D3FF2-D7C4-E5FA-58F6-7C1C1B6565FA}"/>
                </a:ext>
              </a:extLst>
            </p:cNvPr>
            <p:cNvSpPr/>
            <p:nvPr/>
          </p:nvSpPr>
          <p:spPr>
            <a:xfrm>
              <a:off x="5300395" y="4822416"/>
              <a:ext cx="343177" cy="3431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Freihandform: Form 31">
            <a:extLst>
              <a:ext uri="{FF2B5EF4-FFF2-40B4-BE49-F238E27FC236}">
                <a16:creationId xmlns:a16="http://schemas.microsoft.com/office/drawing/2014/main" id="{F811539E-BCF1-6D83-576B-1EB542DD9062}"/>
              </a:ext>
            </a:extLst>
          </p:cNvPr>
          <p:cNvSpPr>
            <a:spLocks/>
          </p:cNvSpPr>
          <p:nvPr/>
        </p:nvSpPr>
        <p:spPr>
          <a:xfrm rot="5400000">
            <a:off x="7118394" y="3622979"/>
            <a:ext cx="106385" cy="127000"/>
          </a:xfrm>
          <a:custGeom>
            <a:avLst/>
            <a:gdLst>
              <a:gd name="csX0" fmla="*/ 203 w 946098"/>
              <a:gd name="csY0" fmla="*/ 751156 h 836790"/>
              <a:gd name="csX1" fmla="*/ 14574 w 946098"/>
              <a:gd name="csY1" fmla="*/ 712779 h 836790"/>
              <a:gd name="csX2" fmla="*/ 18627 w 946098"/>
              <a:gd name="csY2" fmla="*/ 705790 h 836790"/>
              <a:gd name="csX3" fmla="*/ 19855 w 946098"/>
              <a:gd name="csY3" fmla="*/ 704707 h 836790"/>
              <a:gd name="csX4" fmla="*/ 19556 w 946098"/>
              <a:gd name="csY4" fmla="*/ 704189 h 836790"/>
              <a:gd name="csX5" fmla="*/ 396576 w 946098"/>
              <a:gd name="csY5" fmla="*/ 54154 h 836790"/>
              <a:gd name="csX6" fmla="*/ 397168 w 946098"/>
              <a:gd name="csY6" fmla="*/ 54154 h 836790"/>
              <a:gd name="csX7" fmla="*/ 397483 w 946098"/>
              <a:gd name="csY7" fmla="*/ 52590 h 836790"/>
              <a:gd name="csX8" fmla="*/ 401696 w 946098"/>
              <a:gd name="csY8" fmla="*/ 45326 h 836790"/>
              <a:gd name="csX9" fmla="*/ 427567 w 946098"/>
              <a:gd name="csY9" fmla="*/ 13910 h 836790"/>
              <a:gd name="csX10" fmla="*/ 473106 w 946098"/>
              <a:gd name="csY10" fmla="*/ 0 h 836790"/>
              <a:gd name="csX11" fmla="*/ 518644 w 946098"/>
              <a:gd name="csY11" fmla="*/ 13910 h 836790"/>
              <a:gd name="csX12" fmla="*/ 543794 w 946098"/>
              <a:gd name="csY12" fmla="*/ 44451 h 836790"/>
              <a:gd name="csX13" fmla="*/ 548843 w 946098"/>
              <a:gd name="csY13" fmla="*/ 53155 h 836790"/>
              <a:gd name="csX14" fmla="*/ 549045 w 946098"/>
              <a:gd name="csY14" fmla="*/ 54154 h 836790"/>
              <a:gd name="csX15" fmla="*/ 549422 w 946098"/>
              <a:gd name="csY15" fmla="*/ 54154 h 836790"/>
              <a:gd name="csX16" fmla="*/ 926232 w 946098"/>
              <a:gd name="csY16" fmla="*/ 703826 h 836790"/>
              <a:gd name="csX17" fmla="*/ 925908 w 946098"/>
              <a:gd name="csY17" fmla="*/ 704395 h 836790"/>
              <a:gd name="csX18" fmla="*/ 927229 w 946098"/>
              <a:gd name="csY18" fmla="*/ 705545 h 836790"/>
              <a:gd name="csX19" fmla="*/ 931275 w 946098"/>
              <a:gd name="csY19" fmla="*/ 712521 h 836790"/>
              <a:gd name="csX20" fmla="*/ 945857 w 946098"/>
              <a:gd name="csY20" fmla="*/ 750716 h 836790"/>
              <a:gd name="csX21" fmla="*/ 935432 w 946098"/>
              <a:gd name="csY21" fmla="*/ 797177 h 836790"/>
              <a:gd name="csX22" fmla="*/ 900825 w 946098"/>
              <a:gd name="csY22" fmla="*/ 829882 h 836790"/>
              <a:gd name="csX23" fmla="*/ 860985 w 946098"/>
              <a:gd name="csY23" fmla="*/ 836790 h 836790"/>
              <a:gd name="csX24" fmla="*/ 851976 w 946098"/>
              <a:gd name="csY24" fmla="*/ 836790 h 836790"/>
              <a:gd name="csX25" fmla="*/ 850813 w 946098"/>
              <a:gd name="csY25" fmla="*/ 836408 h 836790"/>
              <a:gd name="csX26" fmla="*/ 850596 w 946098"/>
              <a:gd name="csY26" fmla="*/ 836790 h 836790"/>
              <a:gd name="csX27" fmla="*/ 96113 w 946098"/>
              <a:gd name="csY27" fmla="*/ 836790 h 836790"/>
              <a:gd name="csX28" fmla="*/ 95793 w 946098"/>
              <a:gd name="csY28" fmla="*/ 836236 h 836790"/>
              <a:gd name="csX29" fmla="*/ 94146 w 946098"/>
              <a:gd name="csY29" fmla="*/ 836790 h 836790"/>
              <a:gd name="csX30" fmla="*/ 86258 w 946098"/>
              <a:gd name="csY30" fmla="*/ 836790 h 836790"/>
              <a:gd name="csX31" fmla="*/ 45742 w 946098"/>
              <a:gd name="csY31" fmla="*/ 830031 h 836790"/>
              <a:gd name="csX32" fmla="*/ 10926 w 946098"/>
              <a:gd name="csY32" fmla="*/ 797549 h 836790"/>
              <a:gd name="csX33" fmla="*/ 203 w 946098"/>
              <a:gd name="csY33" fmla="*/ 751156 h 8367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946098" h="836790">
                <a:moveTo>
                  <a:pt x="203" y="751156"/>
                </a:moveTo>
                <a:lnTo>
                  <a:pt x="14574" y="712779"/>
                </a:lnTo>
                <a:lnTo>
                  <a:pt x="18627" y="705790"/>
                </a:lnTo>
                <a:lnTo>
                  <a:pt x="19855" y="704707"/>
                </a:lnTo>
                <a:lnTo>
                  <a:pt x="19556" y="704189"/>
                </a:lnTo>
                <a:lnTo>
                  <a:pt x="396576" y="54154"/>
                </a:lnTo>
                <a:lnTo>
                  <a:pt x="397168" y="54154"/>
                </a:lnTo>
                <a:lnTo>
                  <a:pt x="397483" y="52590"/>
                </a:lnTo>
                <a:lnTo>
                  <a:pt x="401696" y="45326"/>
                </a:lnTo>
                <a:lnTo>
                  <a:pt x="427567" y="13910"/>
                </a:lnTo>
                <a:cubicBezTo>
                  <a:pt x="440566" y="5128"/>
                  <a:pt x="456237" y="0"/>
                  <a:pt x="473106" y="0"/>
                </a:cubicBezTo>
                <a:cubicBezTo>
                  <a:pt x="489974" y="0"/>
                  <a:pt x="505645" y="5128"/>
                  <a:pt x="518644" y="13910"/>
                </a:cubicBezTo>
                <a:lnTo>
                  <a:pt x="543794" y="44451"/>
                </a:lnTo>
                <a:lnTo>
                  <a:pt x="548843" y="53155"/>
                </a:lnTo>
                <a:lnTo>
                  <a:pt x="549045" y="54154"/>
                </a:lnTo>
                <a:lnTo>
                  <a:pt x="549422" y="54154"/>
                </a:lnTo>
                <a:lnTo>
                  <a:pt x="926232" y="703826"/>
                </a:lnTo>
                <a:lnTo>
                  <a:pt x="925908" y="704395"/>
                </a:lnTo>
                <a:lnTo>
                  <a:pt x="927229" y="705545"/>
                </a:lnTo>
                <a:lnTo>
                  <a:pt x="931275" y="712521"/>
                </a:lnTo>
                <a:lnTo>
                  <a:pt x="945857" y="750716"/>
                </a:lnTo>
                <a:cubicBezTo>
                  <a:pt x="947063" y="766358"/>
                  <a:pt x="943772" y="782514"/>
                  <a:pt x="935432" y="797177"/>
                </a:cubicBezTo>
                <a:cubicBezTo>
                  <a:pt x="927091" y="811839"/>
                  <a:pt x="914886" y="822925"/>
                  <a:pt x="900825" y="829882"/>
                </a:cubicBezTo>
                <a:lnTo>
                  <a:pt x="860985" y="836790"/>
                </a:lnTo>
                <a:lnTo>
                  <a:pt x="851976" y="836790"/>
                </a:lnTo>
                <a:lnTo>
                  <a:pt x="850813" y="836408"/>
                </a:lnTo>
                <a:lnTo>
                  <a:pt x="850596" y="836790"/>
                </a:lnTo>
                <a:lnTo>
                  <a:pt x="96113" y="836790"/>
                </a:lnTo>
                <a:lnTo>
                  <a:pt x="95793" y="836236"/>
                </a:lnTo>
                <a:lnTo>
                  <a:pt x="94146" y="836790"/>
                </a:lnTo>
                <a:lnTo>
                  <a:pt x="86258" y="836790"/>
                </a:lnTo>
                <a:lnTo>
                  <a:pt x="45742" y="830031"/>
                </a:lnTo>
                <a:cubicBezTo>
                  <a:pt x="31636" y="823165"/>
                  <a:pt x="19360" y="812157"/>
                  <a:pt x="10926" y="797549"/>
                </a:cubicBezTo>
                <a:cubicBezTo>
                  <a:pt x="2491" y="782940"/>
                  <a:pt x="-903" y="766805"/>
                  <a:pt x="203" y="751156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878" tIns="6938" rIns="13878" bIns="6938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2CE585EC-FB0A-8541-0AD2-42E32D257E09}"/>
              </a:ext>
            </a:extLst>
          </p:cNvPr>
          <p:cNvSpPr/>
          <p:nvPr/>
        </p:nvSpPr>
        <p:spPr>
          <a:xfrm rot="16200000">
            <a:off x="1362556" y="3671759"/>
            <a:ext cx="700964" cy="836790"/>
          </a:xfrm>
          <a:custGeom>
            <a:avLst/>
            <a:gdLst>
              <a:gd name="csX0" fmla="*/ 203 w 946098"/>
              <a:gd name="csY0" fmla="*/ 751156 h 836790"/>
              <a:gd name="csX1" fmla="*/ 14574 w 946098"/>
              <a:gd name="csY1" fmla="*/ 712779 h 836790"/>
              <a:gd name="csX2" fmla="*/ 18627 w 946098"/>
              <a:gd name="csY2" fmla="*/ 705790 h 836790"/>
              <a:gd name="csX3" fmla="*/ 19855 w 946098"/>
              <a:gd name="csY3" fmla="*/ 704707 h 836790"/>
              <a:gd name="csX4" fmla="*/ 19556 w 946098"/>
              <a:gd name="csY4" fmla="*/ 704189 h 836790"/>
              <a:gd name="csX5" fmla="*/ 396576 w 946098"/>
              <a:gd name="csY5" fmla="*/ 54154 h 836790"/>
              <a:gd name="csX6" fmla="*/ 397168 w 946098"/>
              <a:gd name="csY6" fmla="*/ 54154 h 836790"/>
              <a:gd name="csX7" fmla="*/ 397483 w 946098"/>
              <a:gd name="csY7" fmla="*/ 52590 h 836790"/>
              <a:gd name="csX8" fmla="*/ 401696 w 946098"/>
              <a:gd name="csY8" fmla="*/ 45326 h 836790"/>
              <a:gd name="csX9" fmla="*/ 427567 w 946098"/>
              <a:gd name="csY9" fmla="*/ 13910 h 836790"/>
              <a:gd name="csX10" fmla="*/ 473106 w 946098"/>
              <a:gd name="csY10" fmla="*/ 0 h 836790"/>
              <a:gd name="csX11" fmla="*/ 518644 w 946098"/>
              <a:gd name="csY11" fmla="*/ 13910 h 836790"/>
              <a:gd name="csX12" fmla="*/ 543794 w 946098"/>
              <a:gd name="csY12" fmla="*/ 44451 h 836790"/>
              <a:gd name="csX13" fmla="*/ 548843 w 946098"/>
              <a:gd name="csY13" fmla="*/ 53155 h 836790"/>
              <a:gd name="csX14" fmla="*/ 549045 w 946098"/>
              <a:gd name="csY14" fmla="*/ 54154 h 836790"/>
              <a:gd name="csX15" fmla="*/ 549422 w 946098"/>
              <a:gd name="csY15" fmla="*/ 54154 h 836790"/>
              <a:gd name="csX16" fmla="*/ 926232 w 946098"/>
              <a:gd name="csY16" fmla="*/ 703826 h 836790"/>
              <a:gd name="csX17" fmla="*/ 925908 w 946098"/>
              <a:gd name="csY17" fmla="*/ 704395 h 836790"/>
              <a:gd name="csX18" fmla="*/ 927229 w 946098"/>
              <a:gd name="csY18" fmla="*/ 705545 h 836790"/>
              <a:gd name="csX19" fmla="*/ 931275 w 946098"/>
              <a:gd name="csY19" fmla="*/ 712521 h 836790"/>
              <a:gd name="csX20" fmla="*/ 945857 w 946098"/>
              <a:gd name="csY20" fmla="*/ 750716 h 836790"/>
              <a:gd name="csX21" fmla="*/ 935432 w 946098"/>
              <a:gd name="csY21" fmla="*/ 797177 h 836790"/>
              <a:gd name="csX22" fmla="*/ 900825 w 946098"/>
              <a:gd name="csY22" fmla="*/ 829882 h 836790"/>
              <a:gd name="csX23" fmla="*/ 860985 w 946098"/>
              <a:gd name="csY23" fmla="*/ 836790 h 836790"/>
              <a:gd name="csX24" fmla="*/ 851976 w 946098"/>
              <a:gd name="csY24" fmla="*/ 836790 h 836790"/>
              <a:gd name="csX25" fmla="*/ 850813 w 946098"/>
              <a:gd name="csY25" fmla="*/ 836408 h 836790"/>
              <a:gd name="csX26" fmla="*/ 850596 w 946098"/>
              <a:gd name="csY26" fmla="*/ 836790 h 836790"/>
              <a:gd name="csX27" fmla="*/ 96113 w 946098"/>
              <a:gd name="csY27" fmla="*/ 836790 h 836790"/>
              <a:gd name="csX28" fmla="*/ 95793 w 946098"/>
              <a:gd name="csY28" fmla="*/ 836236 h 836790"/>
              <a:gd name="csX29" fmla="*/ 94146 w 946098"/>
              <a:gd name="csY29" fmla="*/ 836790 h 836790"/>
              <a:gd name="csX30" fmla="*/ 86258 w 946098"/>
              <a:gd name="csY30" fmla="*/ 836790 h 836790"/>
              <a:gd name="csX31" fmla="*/ 45742 w 946098"/>
              <a:gd name="csY31" fmla="*/ 830031 h 836790"/>
              <a:gd name="csX32" fmla="*/ 10926 w 946098"/>
              <a:gd name="csY32" fmla="*/ 797549 h 836790"/>
              <a:gd name="csX33" fmla="*/ 203 w 946098"/>
              <a:gd name="csY33" fmla="*/ 751156 h 8367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946098" h="836790">
                <a:moveTo>
                  <a:pt x="203" y="751156"/>
                </a:moveTo>
                <a:lnTo>
                  <a:pt x="14574" y="712779"/>
                </a:lnTo>
                <a:lnTo>
                  <a:pt x="18627" y="705790"/>
                </a:lnTo>
                <a:lnTo>
                  <a:pt x="19855" y="704707"/>
                </a:lnTo>
                <a:lnTo>
                  <a:pt x="19556" y="704189"/>
                </a:lnTo>
                <a:lnTo>
                  <a:pt x="396576" y="54154"/>
                </a:lnTo>
                <a:lnTo>
                  <a:pt x="397168" y="54154"/>
                </a:lnTo>
                <a:lnTo>
                  <a:pt x="397483" y="52590"/>
                </a:lnTo>
                <a:lnTo>
                  <a:pt x="401696" y="45326"/>
                </a:lnTo>
                <a:lnTo>
                  <a:pt x="427567" y="13910"/>
                </a:lnTo>
                <a:cubicBezTo>
                  <a:pt x="440566" y="5128"/>
                  <a:pt x="456237" y="0"/>
                  <a:pt x="473106" y="0"/>
                </a:cubicBezTo>
                <a:cubicBezTo>
                  <a:pt x="489974" y="0"/>
                  <a:pt x="505645" y="5128"/>
                  <a:pt x="518644" y="13910"/>
                </a:cubicBezTo>
                <a:lnTo>
                  <a:pt x="543794" y="44451"/>
                </a:lnTo>
                <a:lnTo>
                  <a:pt x="548843" y="53155"/>
                </a:lnTo>
                <a:lnTo>
                  <a:pt x="549045" y="54154"/>
                </a:lnTo>
                <a:lnTo>
                  <a:pt x="549422" y="54154"/>
                </a:lnTo>
                <a:lnTo>
                  <a:pt x="926232" y="703826"/>
                </a:lnTo>
                <a:lnTo>
                  <a:pt x="925908" y="704395"/>
                </a:lnTo>
                <a:lnTo>
                  <a:pt x="927229" y="705545"/>
                </a:lnTo>
                <a:lnTo>
                  <a:pt x="931275" y="712521"/>
                </a:lnTo>
                <a:lnTo>
                  <a:pt x="945857" y="750716"/>
                </a:lnTo>
                <a:cubicBezTo>
                  <a:pt x="947063" y="766358"/>
                  <a:pt x="943772" y="782514"/>
                  <a:pt x="935432" y="797177"/>
                </a:cubicBezTo>
                <a:cubicBezTo>
                  <a:pt x="927091" y="811839"/>
                  <a:pt x="914886" y="822925"/>
                  <a:pt x="900825" y="829882"/>
                </a:cubicBezTo>
                <a:lnTo>
                  <a:pt x="860985" y="836790"/>
                </a:lnTo>
                <a:lnTo>
                  <a:pt x="851976" y="836790"/>
                </a:lnTo>
                <a:lnTo>
                  <a:pt x="850813" y="836408"/>
                </a:lnTo>
                <a:lnTo>
                  <a:pt x="850596" y="836790"/>
                </a:lnTo>
                <a:lnTo>
                  <a:pt x="96113" y="836790"/>
                </a:lnTo>
                <a:lnTo>
                  <a:pt x="95793" y="836236"/>
                </a:lnTo>
                <a:lnTo>
                  <a:pt x="94146" y="836790"/>
                </a:lnTo>
                <a:lnTo>
                  <a:pt x="86258" y="836790"/>
                </a:lnTo>
                <a:lnTo>
                  <a:pt x="45742" y="830031"/>
                </a:lnTo>
                <a:cubicBezTo>
                  <a:pt x="31636" y="823165"/>
                  <a:pt x="19360" y="812157"/>
                  <a:pt x="10926" y="797549"/>
                </a:cubicBezTo>
                <a:cubicBezTo>
                  <a:pt x="2491" y="782940"/>
                  <a:pt x="-903" y="766805"/>
                  <a:pt x="203" y="751156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0F86C3D1-CE6B-2916-7D8B-1481E183756F}"/>
              </a:ext>
            </a:extLst>
          </p:cNvPr>
          <p:cNvSpPr/>
          <p:nvPr/>
        </p:nvSpPr>
        <p:spPr>
          <a:xfrm>
            <a:off x="5692775" y="5041929"/>
            <a:ext cx="950726" cy="950726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61DF46EA-9513-F51E-7E6D-A59641AF9CEF}"/>
              </a:ext>
            </a:extLst>
          </p:cNvPr>
          <p:cNvSpPr>
            <a:spLocks/>
          </p:cNvSpPr>
          <p:nvPr/>
        </p:nvSpPr>
        <p:spPr>
          <a:xfrm rot="5400000">
            <a:off x="7141732" y="4013319"/>
            <a:ext cx="85108" cy="101600"/>
          </a:xfrm>
          <a:custGeom>
            <a:avLst/>
            <a:gdLst>
              <a:gd name="csX0" fmla="*/ 203 w 946098"/>
              <a:gd name="csY0" fmla="*/ 751156 h 836790"/>
              <a:gd name="csX1" fmla="*/ 14574 w 946098"/>
              <a:gd name="csY1" fmla="*/ 712779 h 836790"/>
              <a:gd name="csX2" fmla="*/ 18627 w 946098"/>
              <a:gd name="csY2" fmla="*/ 705790 h 836790"/>
              <a:gd name="csX3" fmla="*/ 19855 w 946098"/>
              <a:gd name="csY3" fmla="*/ 704707 h 836790"/>
              <a:gd name="csX4" fmla="*/ 19556 w 946098"/>
              <a:gd name="csY4" fmla="*/ 704189 h 836790"/>
              <a:gd name="csX5" fmla="*/ 396576 w 946098"/>
              <a:gd name="csY5" fmla="*/ 54154 h 836790"/>
              <a:gd name="csX6" fmla="*/ 397168 w 946098"/>
              <a:gd name="csY6" fmla="*/ 54154 h 836790"/>
              <a:gd name="csX7" fmla="*/ 397483 w 946098"/>
              <a:gd name="csY7" fmla="*/ 52590 h 836790"/>
              <a:gd name="csX8" fmla="*/ 401696 w 946098"/>
              <a:gd name="csY8" fmla="*/ 45326 h 836790"/>
              <a:gd name="csX9" fmla="*/ 427567 w 946098"/>
              <a:gd name="csY9" fmla="*/ 13910 h 836790"/>
              <a:gd name="csX10" fmla="*/ 473106 w 946098"/>
              <a:gd name="csY10" fmla="*/ 0 h 836790"/>
              <a:gd name="csX11" fmla="*/ 518644 w 946098"/>
              <a:gd name="csY11" fmla="*/ 13910 h 836790"/>
              <a:gd name="csX12" fmla="*/ 543794 w 946098"/>
              <a:gd name="csY12" fmla="*/ 44451 h 836790"/>
              <a:gd name="csX13" fmla="*/ 548843 w 946098"/>
              <a:gd name="csY13" fmla="*/ 53155 h 836790"/>
              <a:gd name="csX14" fmla="*/ 549045 w 946098"/>
              <a:gd name="csY14" fmla="*/ 54154 h 836790"/>
              <a:gd name="csX15" fmla="*/ 549422 w 946098"/>
              <a:gd name="csY15" fmla="*/ 54154 h 836790"/>
              <a:gd name="csX16" fmla="*/ 926232 w 946098"/>
              <a:gd name="csY16" fmla="*/ 703826 h 836790"/>
              <a:gd name="csX17" fmla="*/ 925908 w 946098"/>
              <a:gd name="csY17" fmla="*/ 704395 h 836790"/>
              <a:gd name="csX18" fmla="*/ 927229 w 946098"/>
              <a:gd name="csY18" fmla="*/ 705545 h 836790"/>
              <a:gd name="csX19" fmla="*/ 931275 w 946098"/>
              <a:gd name="csY19" fmla="*/ 712521 h 836790"/>
              <a:gd name="csX20" fmla="*/ 945857 w 946098"/>
              <a:gd name="csY20" fmla="*/ 750716 h 836790"/>
              <a:gd name="csX21" fmla="*/ 935432 w 946098"/>
              <a:gd name="csY21" fmla="*/ 797177 h 836790"/>
              <a:gd name="csX22" fmla="*/ 900825 w 946098"/>
              <a:gd name="csY22" fmla="*/ 829882 h 836790"/>
              <a:gd name="csX23" fmla="*/ 860985 w 946098"/>
              <a:gd name="csY23" fmla="*/ 836790 h 836790"/>
              <a:gd name="csX24" fmla="*/ 851976 w 946098"/>
              <a:gd name="csY24" fmla="*/ 836790 h 836790"/>
              <a:gd name="csX25" fmla="*/ 850813 w 946098"/>
              <a:gd name="csY25" fmla="*/ 836408 h 836790"/>
              <a:gd name="csX26" fmla="*/ 850596 w 946098"/>
              <a:gd name="csY26" fmla="*/ 836790 h 836790"/>
              <a:gd name="csX27" fmla="*/ 96113 w 946098"/>
              <a:gd name="csY27" fmla="*/ 836790 h 836790"/>
              <a:gd name="csX28" fmla="*/ 95793 w 946098"/>
              <a:gd name="csY28" fmla="*/ 836236 h 836790"/>
              <a:gd name="csX29" fmla="*/ 94146 w 946098"/>
              <a:gd name="csY29" fmla="*/ 836790 h 836790"/>
              <a:gd name="csX30" fmla="*/ 86258 w 946098"/>
              <a:gd name="csY30" fmla="*/ 836790 h 836790"/>
              <a:gd name="csX31" fmla="*/ 45742 w 946098"/>
              <a:gd name="csY31" fmla="*/ 830031 h 836790"/>
              <a:gd name="csX32" fmla="*/ 10926 w 946098"/>
              <a:gd name="csY32" fmla="*/ 797549 h 836790"/>
              <a:gd name="csX33" fmla="*/ 203 w 946098"/>
              <a:gd name="csY33" fmla="*/ 751156 h 8367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946098" h="836790">
                <a:moveTo>
                  <a:pt x="203" y="751156"/>
                </a:moveTo>
                <a:lnTo>
                  <a:pt x="14574" y="712779"/>
                </a:lnTo>
                <a:lnTo>
                  <a:pt x="18627" y="705790"/>
                </a:lnTo>
                <a:lnTo>
                  <a:pt x="19855" y="704707"/>
                </a:lnTo>
                <a:lnTo>
                  <a:pt x="19556" y="704189"/>
                </a:lnTo>
                <a:lnTo>
                  <a:pt x="396576" y="54154"/>
                </a:lnTo>
                <a:lnTo>
                  <a:pt x="397168" y="54154"/>
                </a:lnTo>
                <a:lnTo>
                  <a:pt x="397483" y="52590"/>
                </a:lnTo>
                <a:lnTo>
                  <a:pt x="401696" y="45326"/>
                </a:lnTo>
                <a:lnTo>
                  <a:pt x="427567" y="13910"/>
                </a:lnTo>
                <a:cubicBezTo>
                  <a:pt x="440566" y="5128"/>
                  <a:pt x="456237" y="0"/>
                  <a:pt x="473106" y="0"/>
                </a:cubicBezTo>
                <a:cubicBezTo>
                  <a:pt x="489974" y="0"/>
                  <a:pt x="505645" y="5128"/>
                  <a:pt x="518644" y="13910"/>
                </a:cubicBezTo>
                <a:lnTo>
                  <a:pt x="543794" y="44451"/>
                </a:lnTo>
                <a:lnTo>
                  <a:pt x="548843" y="53155"/>
                </a:lnTo>
                <a:lnTo>
                  <a:pt x="549045" y="54154"/>
                </a:lnTo>
                <a:lnTo>
                  <a:pt x="549422" y="54154"/>
                </a:lnTo>
                <a:lnTo>
                  <a:pt x="926232" y="703826"/>
                </a:lnTo>
                <a:lnTo>
                  <a:pt x="925908" y="704395"/>
                </a:lnTo>
                <a:lnTo>
                  <a:pt x="927229" y="705545"/>
                </a:lnTo>
                <a:lnTo>
                  <a:pt x="931275" y="712521"/>
                </a:lnTo>
                <a:lnTo>
                  <a:pt x="945857" y="750716"/>
                </a:lnTo>
                <a:cubicBezTo>
                  <a:pt x="947063" y="766358"/>
                  <a:pt x="943772" y="782514"/>
                  <a:pt x="935432" y="797177"/>
                </a:cubicBezTo>
                <a:cubicBezTo>
                  <a:pt x="927091" y="811839"/>
                  <a:pt x="914886" y="822925"/>
                  <a:pt x="900825" y="829882"/>
                </a:cubicBezTo>
                <a:lnTo>
                  <a:pt x="860985" y="836790"/>
                </a:lnTo>
                <a:lnTo>
                  <a:pt x="851976" y="836790"/>
                </a:lnTo>
                <a:lnTo>
                  <a:pt x="850813" y="836408"/>
                </a:lnTo>
                <a:lnTo>
                  <a:pt x="850596" y="836790"/>
                </a:lnTo>
                <a:lnTo>
                  <a:pt x="96113" y="836790"/>
                </a:lnTo>
                <a:lnTo>
                  <a:pt x="95793" y="836236"/>
                </a:lnTo>
                <a:lnTo>
                  <a:pt x="94146" y="836790"/>
                </a:lnTo>
                <a:lnTo>
                  <a:pt x="86258" y="836790"/>
                </a:lnTo>
                <a:lnTo>
                  <a:pt x="45742" y="830031"/>
                </a:lnTo>
                <a:cubicBezTo>
                  <a:pt x="31636" y="823165"/>
                  <a:pt x="19360" y="812157"/>
                  <a:pt x="10926" y="797549"/>
                </a:cubicBezTo>
                <a:cubicBezTo>
                  <a:pt x="2491" y="782940"/>
                  <a:pt x="-903" y="766805"/>
                  <a:pt x="203" y="751156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102" tIns="5550" rIns="11102" bIns="555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ED34453F-1A8C-F930-7102-07BBF963B217}"/>
              </a:ext>
            </a:extLst>
          </p:cNvPr>
          <p:cNvSpPr/>
          <p:nvPr/>
        </p:nvSpPr>
        <p:spPr>
          <a:xfrm rot="5400000">
            <a:off x="2372533" y="3671759"/>
            <a:ext cx="700964" cy="836790"/>
          </a:xfrm>
          <a:custGeom>
            <a:avLst/>
            <a:gdLst>
              <a:gd name="csX0" fmla="*/ 203 w 946098"/>
              <a:gd name="csY0" fmla="*/ 751156 h 836790"/>
              <a:gd name="csX1" fmla="*/ 14574 w 946098"/>
              <a:gd name="csY1" fmla="*/ 712779 h 836790"/>
              <a:gd name="csX2" fmla="*/ 18627 w 946098"/>
              <a:gd name="csY2" fmla="*/ 705790 h 836790"/>
              <a:gd name="csX3" fmla="*/ 19855 w 946098"/>
              <a:gd name="csY3" fmla="*/ 704707 h 836790"/>
              <a:gd name="csX4" fmla="*/ 19556 w 946098"/>
              <a:gd name="csY4" fmla="*/ 704189 h 836790"/>
              <a:gd name="csX5" fmla="*/ 396576 w 946098"/>
              <a:gd name="csY5" fmla="*/ 54154 h 836790"/>
              <a:gd name="csX6" fmla="*/ 397168 w 946098"/>
              <a:gd name="csY6" fmla="*/ 54154 h 836790"/>
              <a:gd name="csX7" fmla="*/ 397483 w 946098"/>
              <a:gd name="csY7" fmla="*/ 52590 h 836790"/>
              <a:gd name="csX8" fmla="*/ 401696 w 946098"/>
              <a:gd name="csY8" fmla="*/ 45326 h 836790"/>
              <a:gd name="csX9" fmla="*/ 427567 w 946098"/>
              <a:gd name="csY9" fmla="*/ 13910 h 836790"/>
              <a:gd name="csX10" fmla="*/ 473106 w 946098"/>
              <a:gd name="csY10" fmla="*/ 0 h 836790"/>
              <a:gd name="csX11" fmla="*/ 518644 w 946098"/>
              <a:gd name="csY11" fmla="*/ 13910 h 836790"/>
              <a:gd name="csX12" fmla="*/ 543794 w 946098"/>
              <a:gd name="csY12" fmla="*/ 44451 h 836790"/>
              <a:gd name="csX13" fmla="*/ 548843 w 946098"/>
              <a:gd name="csY13" fmla="*/ 53155 h 836790"/>
              <a:gd name="csX14" fmla="*/ 549045 w 946098"/>
              <a:gd name="csY14" fmla="*/ 54154 h 836790"/>
              <a:gd name="csX15" fmla="*/ 549422 w 946098"/>
              <a:gd name="csY15" fmla="*/ 54154 h 836790"/>
              <a:gd name="csX16" fmla="*/ 926232 w 946098"/>
              <a:gd name="csY16" fmla="*/ 703826 h 836790"/>
              <a:gd name="csX17" fmla="*/ 925908 w 946098"/>
              <a:gd name="csY17" fmla="*/ 704395 h 836790"/>
              <a:gd name="csX18" fmla="*/ 927229 w 946098"/>
              <a:gd name="csY18" fmla="*/ 705545 h 836790"/>
              <a:gd name="csX19" fmla="*/ 931275 w 946098"/>
              <a:gd name="csY19" fmla="*/ 712521 h 836790"/>
              <a:gd name="csX20" fmla="*/ 945857 w 946098"/>
              <a:gd name="csY20" fmla="*/ 750716 h 836790"/>
              <a:gd name="csX21" fmla="*/ 935432 w 946098"/>
              <a:gd name="csY21" fmla="*/ 797177 h 836790"/>
              <a:gd name="csX22" fmla="*/ 900825 w 946098"/>
              <a:gd name="csY22" fmla="*/ 829882 h 836790"/>
              <a:gd name="csX23" fmla="*/ 860985 w 946098"/>
              <a:gd name="csY23" fmla="*/ 836790 h 836790"/>
              <a:gd name="csX24" fmla="*/ 851976 w 946098"/>
              <a:gd name="csY24" fmla="*/ 836790 h 836790"/>
              <a:gd name="csX25" fmla="*/ 850813 w 946098"/>
              <a:gd name="csY25" fmla="*/ 836408 h 836790"/>
              <a:gd name="csX26" fmla="*/ 850596 w 946098"/>
              <a:gd name="csY26" fmla="*/ 836790 h 836790"/>
              <a:gd name="csX27" fmla="*/ 96113 w 946098"/>
              <a:gd name="csY27" fmla="*/ 836790 h 836790"/>
              <a:gd name="csX28" fmla="*/ 95793 w 946098"/>
              <a:gd name="csY28" fmla="*/ 836236 h 836790"/>
              <a:gd name="csX29" fmla="*/ 94146 w 946098"/>
              <a:gd name="csY29" fmla="*/ 836790 h 836790"/>
              <a:gd name="csX30" fmla="*/ 86258 w 946098"/>
              <a:gd name="csY30" fmla="*/ 836790 h 836790"/>
              <a:gd name="csX31" fmla="*/ 45742 w 946098"/>
              <a:gd name="csY31" fmla="*/ 830031 h 836790"/>
              <a:gd name="csX32" fmla="*/ 10926 w 946098"/>
              <a:gd name="csY32" fmla="*/ 797549 h 836790"/>
              <a:gd name="csX33" fmla="*/ 203 w 946098"/>
              <a:gd name="csY33" fmla="*/ 751156 h 8367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946098" h="836790">
                <a:moveTo>
                  <a:pt x="203" y="751156"/>
                </a:moveTo>
                <a:lnTo>
                  <a:pt x="14574" y="712779"/>
                </a:lnTo>
                <a:lnTo>
                  <a:pt x="18627" y="705790"/>
                </a:lnTo>
                <a:lnTo>
                  <a:pt x="19855" y="704707"/>
                </a:lnTo>
                <a:lnTo>
                  <a:pt x="19556" y="704189"/>
                </a:lnTo>
                <a:lnTo>
                  <a:pt x="396576" y="54154"/>
                </a:lnTo>
                <a:lnTo>
                  <a:pt x="397168" y="54154"/>
                </a:lnTo>
                <a:lnTo>
                  <a:pt x="397483" y="52590"/>
                </a:lnTo>
                <a:lnTo>
                  <a:pt x="401696" y="45326"/>
                </a:lnTo>
                <a:lnTo>
                  <a:pt x="427567" y="13910"/>
                </a:lnTo>
                <a:cubicBezTo>
                  <a:pt x="440566" y="5128"/>
                  <a:pt x="456237" y="0"/>
                  <a:pt x="473106" y="0"/>
                </a:cubicBezTo>
                <a:cubicBezTo>
                  <a:pt x="489974" y="0"/>
                  <a:pt x="505645" y="5128"/>
                  <a:pt x="518644" y="13910"/>
                </a:cubicBezTo>
                <a:lnTo>
                  <a:pt x="543794" y="44451"/>
                </a:lnTo>
                <a:lnTo>
                  <a:pt x="548843" y="53155"/>
                </a:lnTo>
                <a:lnTo>
                  <a:pt x="549045" y="54154"/>
                </a:lnTo>
                <a:lnTo>
                  <a:pt x="549422" y="54154"/>
                </a:lnTo>
                <a:lnTo>
                  <a:pt x="926232" y="703826"/>
                </a:lnTo>
                <a:lnTo>
                  <a:pt x="925908" y="704395"/>
                </a:lnTo>
                <a:lnTo>
                  <a:pt x="927229" y="705545"/>
                </a:lnTo>
                <a:lnTo>
                  <a:pt x="931275" y="712521"/>
                </a:lnTo>
                <a:lnTo>
                  <a:pt x="945857" y="750716"/>
                </a:lnTo>
                <a:cubicBezTo>
                  <a:pt x="947063" y="766358"/>
                  <a:pt x="943772" y="782514"/>
                  <a:pt x="935432" y="797177"/>
                </a:cubicBezTo>
                <a:cubicBezTo>
                  <a:pt x="927091" y="811839"/>
                  <a:pt x="914886" y="822925"/>
                  <a:pt x="900825" y="829882"/>
                </a:cubicBezTo>
                <a:lnTo>
                  <a:pt x="860985" y="836790"/>
                </a:lnTo>
                <a:lnTo>
                  <a:pt x="851976" y="836790"/>
                </a:lnTo>
                <a:lnTo>
                  <a:pt x="850813" y="836408"/>
                </a:lnTo>
                <a:lnTo>
                  <a:pt x="850596" y="836790"/>
                </a:lnTo>
                <a:lnTo>
                  <a:pt x="96113" y="836790"/>
                </a:lnTo>
                <a:lnTo>
                  <a:pt x="95793" y="836236"/>
                </a:lnTo>
                <a:lnTo>
                  <a:pt x="94146" y="836790"/>
                </a:lnTo>
                <a:lnTo>
                  <a:pt x="86258" y="836790"/>
                </a:lnTo>
                <a:lnTo>
                  <a:pt x="45742" y="830031"/>
                </a:lnTo>
                <a:cubicBezTo>
                  <a:pt x="31636" y="823165"/>
                  <a:pt x="19360" y="812157"/>
                  <a:pt x="10926" y="797549"/>
                </a:cubicBezTo>
                <a:cubicBezTo>
                  <a:pt x="2491" y="782940"/>
                  <a:pt x="-903" y="766805"/>
                  <a:pt x="203" y="751156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33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3B8E9-1BB4-88AB-B9F0-D2E2A93D5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8A5CBC75-0F3B-CF42-8410-7BBDB248DC37}"/>
              </a:ext>
            </a:extLst>
          </p:cNvPr>
          <p:cNvGrpSpPr/>
          <p:nvPr/>
        </p:nvGrpSpPr>
        <p:grpSpPr>
          <a:xfrm>
            <a:off x="2932771" y="557561"/>
            <a:ext cx="5854390" cy="5450612"/>
            <a:chOff x="2932771" y="557561"/>
            <a:chExt cx="5854390" cy="5450612"/>
          </a:xfrm>
        </p:grpSpPr>
        <p:pic>
          <p:nvPicPr>
            <p:cNvPr id="2" name="Grafik 1">
              <a:extLst>
                <a:ext uri="{FF2B5EF4-FFF2-40B4-BE49-F238E27FC236}">
                  <a16:creationId xmlns:a16="http://schemas.microsoft.com/office/drawing/2014/main" id="{C02C321C-7C99-DF57-6E5F-3A80090D1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30160" y="708102"/>
              <a:ext cx="5576484" cy="2773450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58E3985-1654-6685-3225-70578BE39A1A}"/>
                </a:ext>
              </a:extLst>
            </p:cNvPr>
            <p:cNvSpPr/>
            <p:nvPr/>
          </p:nvSpPr>
          <p:spPr>
            <a:xfrm>
              <a:off x="4237287" y="805223"/>
              <a:ext cx="4003288" cy="2486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78D5D706-3E86-4482-4595-5B6DF107995A}"/>
                </a:ext>
              </a:extLst>
            </p:cNvPr>
            <p:cNvSpPr txBox="1"/>
            <p:nvPr/>
          </p:nvSpPr>
          <p:spPr>
            <a:xfrm>
              <a:off x="4237463" y="939973"/>
              <a:ext cx="9142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Md </a:t>
              </a:r>
              <a:r>
                <a:rPr lang="de-DE" dirty="0" err="1"/>
                <a:t>text</a:t>
              </a:r>
              <a:endParaRPr lang="de-DE" dirty="0"/>
            </a:p>
            <a:p>
              <a:endParaRPr lang="de-DE" dirty="0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20E1F907-A872-B0FA-4862-6ED5DE69A21C}"/>
                </a:ext>
              </a:extLst>
            </p:cNvPr>
            <p:cNvSpPr/>
            <p:nvPr/>
          </p:nvSpPr>
          <p:spPr>
            <a:xfrm>
              <a:off x="4237287" y="847491"/>
              <a:ext cx="1814107" cy="432667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AECC7928-4321-6BAC-5D1B-D0A44CB371E1}"/>
                </a:ext>
              </a:extLst>
            </p:cNvPr>
            <p:cNvSpPr/>
            <p:nvPr/>
          </p:nvSpPr>
          <p:spPr>
            <a:xfrm>
              <a:off x="6239019" y="847490"/>
              <a:ext cx="2001732" cy="2402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poster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FAE74A31-39CE-4846-B3CA-55D2DB295EFA}"/>
                </a:ext>
              </a:extLst>
            </p:cNvPr>
            <p:cNvSpPr/>
            <p:nvPr/>
          </p:nvSpPr>
          <p:spPr>
            <a:xfrm>
              <a:off x="6238843" y="3334213"/>
              <a:ext cx="2001732" cy="1315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Other </a:t>
              </a:r>
              <a:r>
                <a:rPr lang="de-DE" dirty="0" err="1">
                  <a:solidFill>
                    <a:schemeClr val="tx1"/>
                  </a:solidFill>
                </a:rPr>
                <a:t>images</a:t>
              </a:r>
              <a:endParaRPr lang="de-DE" dirty="0">
                <a:solidFill>
                  <a:schemeClr val="tx1"/>
                </a:solidFill>
              </a:endParaRPr>
            </a:p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From</a:t>
              </a:r>
              <a:r>
                <a:rPr lang="de-DE" dirty="0">
                  <a:solidFill>
                    <a:schemeClr val="tx1"/>
                  </a:solidFill>
                </a:rPr>
                <a:t> </a:t>
              </a:r>
              <a:r>
                <a:rPr lang="de-DE" dirty="0" err="1">
                  <a:solidFill>
                    <a:schemeClr val="tx1"/>
                  </a:solidFill>
                </a:rPr>
                <a:t>poster</a:t>
              </a:r>
              <a:r>
                <a:rPr lang="de-DE" dirty="0">
                  <a:solidFill>
                    <a:schemeClr val="tx1"/>
                  </a:solidFill>
                </a:rPr>
                <a:t> </a:t>
              </a:r>
              <a:r>
                <a:rPr lang="de-DE" dirty="0" err="1">
                  <a:solidFill>
                    <a:schemeClr val="tx1"/>
                  </a:solidFill>
                </a:rPr>
                <a:t>folder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8700BC5C-514E-BC37-9666-8E6AA6D56F71}"/>
                </a:ext>
              </a:extLst>
            </p:cNvPr>
            <p:cNvSpPr/>
            <p:nvPr/>
          </p:nvSpPr>
          <p:spPr>
            <a:xfrm>
              <a:off x="6238843" y="4692327"/>
              <a:ext cx="2001732" cy="1315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Vernissage </a:t>
              </a:r>
              <a:r>
                <a:rPr lang="de-DE" dirty="0" err="1">
                  <a:solidFill>
                    <a:schemeClr val="tx1"/>
                  </a:solidFill>
                </a:rPr>
                <a:t>photos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D8F1DFC3-83E2-F15E-D900-B9983CFDC018}"/>
                </a:ext>
              </a:extLst>
            </p:cNvPr>
            <p:cNvSpPr/>
            <p:nvPr/>
          </p:nvSpPr>
          <p:spPr>
            <a:xfrm>
              <a:off x="2932771" y="557561"/>
              <a:ext cx="5854390" cy="3008495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649892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CB707EB-9A0E-E23A-043F-86873A3D3151}"/>
              </a:ext>
            </a:extLst>
          </p:cNvPr>
          <p:cNvGrpSpPr/>
          <p:nvPr/>
        </p:nvGrpSpPr>
        <p:grpSpPr>
          <a:xfrm>
            <a:off x="2414587" y="1238250"/>
            <a:ext cx="7362825" cy="4381500"/>
            <a:chOff x="2414587" y="1238250"/>
            <a:chExt cx="7362825" cy="43815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0B0E50B5-3AC9-D26A-8185-29C171006449}"/>
                </a:ext>
              </a:extLst>
            </p:cNvPr>
            <p:cNvSpPr/>
            <p:nvPr/>
          </p:nvSpPr>
          <p:spPr>
            <a:xfrm>
              <a:off x="2414587" y="1238250"/>
              <a:ext cx="7362825" cy="4381500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FE0B296C-F8B0-F7C6-70D6-CEC209EB5DEA}"/>
                </a:ext>
              </a:extLst>
            </p:cNvPr>
            <p:cNvSpPr/>
            <p:nvPr/>
          </p:nvSpPr>
          <p:spPr>
            <a:xfrm>
              <a:off x="2566988" y="1390650"/>
              <a:ext cx="1252538" cy="4086225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49BC1F62-6191-58BD-1099-0D2D8FD34122}"/>
                </a:ext>
              </a:extLst>
            </p:cNvPr>
            <p:cNvSpPr/>
            <p:nvPr/>
          </p:nvSpPr>
          <p:spPr>
            <a:xfrm>
              <a:off x="3971926" y="1390650"/>
              <a:ext cx="5438773" cy="4086225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4EB73019-FF15-7819-701B-5D37A6FB6B4B}"/>
                </a:ext>
              </a:extLst>
            </p:cNvPr>
            <p:cNvSpPr/>
            <p:nvPr/>
          </p:nvSpPr>
          <p:spPr>
            <a:xfrm>
              <a:off x="4679156" y="2043114"/>
              <a:ext cx="2012156" cy="1390649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14301FAE-EC89-6C90-1010-ED0156DD87A5}"/>
                </a:ext>
              </a:extLst>
            </p:cNvPr>
            <p:cNvSpPr/>
            <p:nvPr/>
          </p:nvSpPr>
          <p:spPr>
            <a:xfrm>
              <a:off x="4881562" y="3614736"/>
              <a:ext cx="1607344" cy="1028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980E3CDF-9C64-B47F-FF14-621F27F75126}"/>
                </a:ext>
              </a:extLst>
            </p:cNvPr>
            <p:cNvSpPr/>
            <p:nvPr/>
          </p:nvSpPr>
          <p:spPr>
            <a:xfrm>
              <a:off x="6691312" y="3433762"/>
              <a:ext cx="2012156" cy="1390649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B91628D7-C4B4-805D-AC5D-ABDC83836385}"/>
                </a:ext>
              </a:extLst>
            </p:cNvPr>
            <p:cNvSpPr/>
            <p:nvPr/>
          </p:nvSpPr>
          <p:spPr>
            <a:xfrm>
              <a:off x="6893718" y="2224087"/>
              <a:ext cx="1607344" cy="10287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4FA5288D-9638-49DE-BE74-519B82569483}"/>
                </a:ext>
              </a:extLst>
            </p:cNvPr>
            <p:cNvSpPr/>
            <p:nvPr/>
          </p:nvSpPr>
          <p:spPr>
            <a:xfrm>
              <a:off x="4233862" y="1647825"/>
              <a:ext cx="4914899" cy="35623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4025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8603D-62FC-6D1B-20BE-B9CD8E2E8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5B384C27-B6DF-E74B-3288-D534CA6F8F70}"/>
              </a:ext>
            </a:extLst>
          </p:cNvPr>
          <p:cNvGrpSpPr/>
          <p:nvPr/>
        </p:nvGrpSpPr>
        <p:grpSpPr>
          <a:xfrm>
            <a:off x="2414587" y="1238250"/>
            <a:ext cx="7362825" cy="4381500"/>
            <a:chOff x="2414587" y="1238250"/>
            <a:chExt cx="7362825" cy="4381500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123E3C7-2C27-1844-A24E-1F040A96690F}"/>
                </a:ext>
              </a:extLst>
            </p:cNvPr>
            <p:cNvGrpSpPr/>
            <p:nvPr/>
          </p:nvGrpSpPr>
          <p:grpSpPr>
            <a:xfrm>
              <a:off x="2414587" y="1238250"/>
              <a:ext cx="7362825" cy="4381500"/>
              <a:chOff x="2414587" y="1238250"/>
              <a:chExt cx="7362825" cy="4381500"/>
            </a:xfrm>
          </p:grpSpPr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46D98C20-CCED-DB93-A684-77394CF895D7}"/>
                  </a:ext>
                </a:extLst>
              </p:cNvPr>
              <p:cNvSpPr/>
              <p:nvPr/>
            </p:nvSpPr>
            <p:spPr>
              <a:xfrm>
                <a:off x="2414587" y="1238250"/>
                <a:ext cx="7362825" cy="438150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61C56D55-9D90-06D5-B9A0-A0C6AAAAC9D3}"/>
                  </a:ext>
                </a:extLst>
              </p:cNvPr>
              <p:cNvSpPr/>
              <p:nvPr/>
            </p:nvSpPr>
            <p:spPr>
              <a:xfrm>
                <a:off x="2566988" y="1390650"/>
                <a:ext cx="1715080" cy="4086225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951847D1-1EC8-ADAD-3CA7-68242ABB9779}"/>
                  </a:ext>
                </a:extLst>
              </p:cNvPr>
              <p:cNvSpPr/>
              <p:nvPr/>
            </p:nvSpPr>
            <p:spPr>
              <a:xfrm>
                <a:off x="4493940" y="1390650"/>
                <a:ext cx="5131071" cy="4086225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E496211E-0DC7-A5FD-D5DE-97556150B013}"/>
                  </a:ext>
                </a:extLst>
              </p:cNvPr>
              <p:cNvSpPr txBox="1"/>
              <p:nvPr/>
            </p:nvSpPr>
            <p:spPr>
              <a:xfrm>
                <a:off x="2632548" y="1473277"/>
                <a:ext cx="158395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3200" dirty="0"/>
                  <a:t>Rüdiger</a:t>
                </a:r>
              </a:p>
              <a:p>
                <a:r>
                  <a:rPr lang="de-DE" sz="3200" dirty="0"/>
                  <a:t>Schäfer</a:t>
                </a:r>
              </a:p>
            </p:txBody>
          </p:sp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A730E280-9A77-B20C-7CEF-558A5CA38BE4}"/>
                  </a:ext>
                </a:extLst>
              </p:cNvPr>
              <p:cNvSpPr txBox="1"/>
              <p:nvPr/>
            </p:nvSpPr>
            <p:spPr>
              <a:xfrm>
                <a:off x="2632548" y="2427384"/>
                <a:ext cx="15839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Bilder Objekte Serien</a:t>
                </a:r>
              </a:p>
            </p:txBody>
          </p:sp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AC985DDD-F22B-2137-1277-EA925197B3CF}"/>
                  </a:ext>
                </a:extLst>
              </p:cNvPr>
              <p:cNvSpPr/>
              <p:nvPr/>
            </p:nvSpPr>
            <p:spPr>
              <a:xfrm>
                <a:off x="2735749" y="2784928"/>
                <a:ext cx="1377558" cy="13686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subchapters</a:t>
                </a:r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532A9C1B-4739-D99C-3308-702508370448}"/>
                  </a:ext>
                </a:extLst>
              </p:cNvPr>
              <p:cNvSpPr/>
              <p:nvPr/>
            </p:nvSpPr>
            <p:spPr>
              <a:xfrm>
                <a:off x="2735748" y="4306017"/>
                <a:ext cx="1377558" cy="1078705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050" dirty="0" err="1">
                    <a:solidFill>
                      <a:schemeClr val="tx1"/>
                    </a:solidFill>
                  </a:rPr>
                  <a:t>Aktuelles</a:t>
                </a:r>
                <a:endParaRPr lang="en-US" sz="1050" dirty="0">
                  <a:solidFill>
                    <a:schemeClr val="tx1"/>
                  </a:solidFill>
                </a:endParaRPr>
              </a:p>
              <a:p>
                <a:r>
                  <a:rPr lang="en-US" sz="1050" dirty="0">
                    <a:solidFill>
                      <a:schemeClr val="tx1"/>
                    </a:solidFill>
                  </a:rPr>
                  <a:t>Der Künstler</a:t>
                </a:r>
              </a:p>
              <a:p>
                <a:r>
                  <a:rPr lang="en-US" sz="1050" dirty="0" err="1">
                    <a:solidFill>
                      <a:schemeClr val="tx1"/>
                    </a:solidFill>
                  </a:rPr>
                  <a:t>Kontakt</a:t>
                </a:r>
                <a:endParaRPr lang="en-US" sz="1050" dirty="0">
                  <a:solidFill>
                    <a:schemeClr val="tx1"/>
                  </a:solidFill>
                </a:endParaRPr>
              </a:p>
              <a:p>
                <a:endParaRPr lang="en-US" sz="1050" dirty="0">
                  <a:solidFill>
                    <a:schemeClr val="tx1"/>
                  </a:solidFill>
                </a:endParaRPr>
              </a:p>
              <a:p>
                <a:r>
                  <a:rPr lang="en-US" sz="1050" dirty="0">
                    <a:solidFill>
                      <a:schemeClr val="tx1"/>
                    </a:solidFill>
                  </a:rPr>
                  <a:t>Icons</a:t>
                </a:r>
              </a:p>
              <a:p>
                <a:r>
                  <a:rPr lang="en-US" sz="1050" dirty="0" err="1">
                    <a:solidFill>
                      <a:schemeClr val="tx1"/>
                    </a:solidFill>
                  </a:rPr>
                  <a:t>Impressum</a:t>
                </a:r>
                <a:endParaRPr lang="en-US" sz="1050" dirty="0">
                  <a:solidFill>
                    <a:schemeClr val="tx1"/>
                  </a:solidFill>
                </a:endParaRPr>
              </a:p>
              <a:p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84291A42-31BF-90AA-0F7D-58DF159AFA2B}"/>
                  </a:ext>
                </a:extLst>
              </p:cNvPr>
              <p:cNvSpPr/>
              <p:nvPr/>
            </p:nvSpPr>
            <p:spPr>
              <a:xfrm>
                <a:off x="4616588" y="4761570"/>
                <a:ext cx="791753" cy="62315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Meta</a:t>
                </a:r>
              </a:p>
            </p:txBody>
          </p:sp>
        </p:grp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96FAB226-F401-7F96-BFF0-2A65D241C3DB}"/>
                </a:ext>
              </a:extLst>
            </p:cNvPr>
            <p:cNvSpPr/>
            <p:nvPr/>
          </p:nvSpPr>
          <p:spPr>
            <a:xfrm>
              <a:off x="4616587" y="1473276"/>
              <a:ext cx="4839663" cy="319613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images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3365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3AB55D8-82D5-598D-854D-C3FDA87D240D}"/>
              </a:ext>
            </a:extLst>
          </p:cNvPr>
          <p:cNvGrpSpPr/>
          <p:nvPr/>
        </p:nvGrpSpPr>
        <p:grpSpPr>
          <a:xfrm>
            <a:off x="2824162" y="528636"/>
            <a:ext cx="5286376" cy="5091114"/>
            <a:chOff x="2824162" y="528636"/>
            <a:chExt cx="5286376" cy="5091114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3E28C4D4-DCB6-27B9-116E-BC745CD4F037}"/>
                </a:ext>
              </a:extLst>
            </p:cNvPr>
            <p:cNvSpPr/>
            <p:nvPr/>
          </p:nvSpPr>
          <p:spPr>
            <a:xfrm>
              <a:off x="2824162" y="528636"/>
              <a:ext cx="1595438" cy="17954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4F5577D6-4760-2703-0EA3-932755EF1A74}"/>
                </a:ext>
              </a:extLst>
            </p:cNvPr>
            <p:cNvSpPr/>
            <p:nvPr/>
          </p:nvSpPr>
          <p:spPr>
            <a:xfrm>
              <a:off x="4669631" y="528636"/>
              <a:ext cx="1595438" cy="14716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8244AD17-24ED-DA38-E770-403E8F5817CD}"/>
                </a:ext>
              </a:extLst>
            </p:cNvPr>
            <p:cNvSpPr/>
            <p:nvPr/>
          </p:nvSpPr>
          <p:spPr>
            <a:xfrm>
              <a:off x="6515100" y="528636"/>
              <a:ext cx="1595438" cy="14716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263D3672-69B3-7A40-4F4C-673AE73B79D4}"/>
                </a:ext>
              </a:extLst>
            </p:cNvPr>
            <p:cNvSpPr/>
            <p:nvPr/>
          </p:nvSpPr>
          <p:spPr>
            <a:xfrm>
              <a:off x="4669631" y="2176461"/>
              <a:ext cx="1595438" cy="17954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849AA25A-1E7A-FE8C-D72F-05C176C5BE26}"/>
                </a:ext>
              </a:extLst>
            </p:cNvPr>
            <p:cNvSpPr/>
            <p:nvPr/>
          </p:nvSpPr>
          <p:spPr>
            <a:xfrm>
              <a:off x="6515100" y="2176461"/>
              <a:ext cx="1595438" cy="14716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D72CD45F-92D4-7F98-791C-E9E18902ECC0}"/>
                </a:ext>
              </a:extLst>
            </p:cNvPr>
            <p:cNvSpPr/>
            <p:nvPr/>
          </p:nvSpPr>
          <p:spPr>
            <a:xfrm>
              <a:off x="2824162" y="2509836"/>
              <a:ext cx="1595438" cy="11382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37C9AD5-0C98-53DF-B0A6-AE168E411B07}"/>
                </a:ext>
              </a:extLst>
            </p:cNvPr>
            <p:cNvSpPr/>
            <p:nvPr/>
          </p:nvSpPr>
          <p:spPr>
            <a:xfrm>
              <a:off x="2824162" y="3833812"/>
              <a:ext cx="1595438" cy="14716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8CB48B2B-0CA1-B30F-1CFB-381DF77DF789}"/>
                </a:ext>
              </a:extLst>
            </p:cNvPr>
            <p:cNvSpPr/>
            <p:nvPr/>
          </p:nvSpPr>
          <p:spPr>
            <a:xfrm>
              <a:off x="4669631" y="4148136"/>
              <a:ext cx="1595438" cy="14716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6D59EE6-28CA-3741-85BD-29EE2F54AEE6}"/>
                </a:ext>
              </a:extLst>
            </p:cNvPr>
            <p:cNvSpPr/>
            <p:nvPr/>
          </p:nvSpPr>
          <p:spPr>
            <a:xfrm>
              <a:off x="6515100" y="3833812"/>
              <a:ext cx="1595438" cy="147161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7961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73037-3747-3BFA-1EA5-61713C347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BCE2BA63-5E0F-6EDE-3ACD-FF72959455AF}"/>
              </a:ext>
            </a:extLst>
          </p:cNvPr>
          <p:cNvGrpSpPr/>
          <p:nvPr/>
        </p:nvGrpSpPr>
        <p:grpSpPr>
          <a:xfrm>
            <a:off x="3864990" y="886120"/>
            <a:ext cx="5760021" cy="4590755"/>
            <a:chOff x="3864990" y="886120"/>
            <a:chExt cx="5760021" cy="4590755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353EB454-0416-3679-2A42-A9D8433BA10C}"/>
                </a:ext>
              </a:extLst>
            </p:cNvPr>
            <p:cNvSpPr/>
            <p:nvPr/>
          </p:nvSpPr>
          <p:spPr>
            <a:xfrm>
              <a:off x="3864990" y="886120"/>
              <a:ext cx="5760021" cy="4590755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2F924C6E-260C-9C3D-E3DA-F37FF2C16001}"/>
                </a:ext>
              </a:extLst>
            </p:cNvPr>
            <p:cNvSpPr/>
            <p:nvPr/>
          </p:nvSpPr>
          <p:spPr>
            <a:xfrm>
              <a:off x="4325170" y="5028794"/>
              <a:ext cx="1479412" cy="17169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Meta</a:t>
              </a: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A3245612-F532-57CF-374B-1DD1838F62A8}"/>
                </a:ext>
              </a:extLst>
            </p:cNvPr>
            <p:cNvSpPr/>
            <p:nvPr/>
          </p:nvSpPr>
          <p:spPr>
            <a:xfrm>
              <a:off x="4325170" y="1438886"/>
              <a:ext cx="4839663" cy="34852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content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9176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00AFA-7651-729B-DE70-D491571C0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4B739A2-BC38-3F6B-C6E7-AFA169C76C89}"/>
              </a:ext>
            </a:extLst>
          </p:cNvPr>
          <p:cNvGrpSpPr/>
          <p:nvPr/>
        </p:nvGrpSpPr>
        <p:grpSpPr>
          <a:xfrm>
            <a:off x="3864990" y="886120"/>
            <a:ext cx="5760021" cy="4590755"/>
            <a:chOff x="3864990" y="886120"/>
            <a:chExt cx="5760021" cy="4590755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F9882902-350C-183B-31DB-2232C40D4E17}"/>
                </a:ext>
              </a:extLst>
            </p:cNvPr>
            <p:cNvSpPr/>
            <p:nvPr/>
          </p:nvSpPr>
          <p:spPr>
            <a:xfrm>
              <a:off x="3864990" y="886120"/>
              <a:ext cx="5760021" cy="4590755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E347AC0-5FD2-A8F5-8258-923A70CCC042}"/>
                </a:ext>
              </a:extLst>
            </p:cNvPr>
            <p:cNvSpPr/>
            <p:nvPr/>
          </p:nvSpPr>
          <p:spPr>
            <a:xfrm>
              <a:off x="4240329" y="1433767"/>
              <a:ext cx="1479412" cy="3315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AKTUELL</a:t>
              </a: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05DA1AE-9A53-D45A-E0D7-745B757FD22C}"/>
                </a:ext>
              </a:extLst>
            </p:cNvPr>
            <p:cNvSpPr/>
            <p:nvPr/>
          </p:nvSpPr>
          <p:spPr>
            <a:xfrm>
              <a:off x="7060676" y="1438886"/>
              <a:ext cx="2356701" cy="35899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POSTER</a:t>
              </a:r>
            </a:p>
          </p:txBody>
        </p:sp>
      </p:grpSp>
      <p:sp>
        <p:nvSpPr>
          <p:cNvPr id="2" name="Rechteck 1">
            <a:extLst>
              <a:ext uri="{FF2B5EF4-FFF2-40B4-BE49-F238E27FC236}">
                <a16:creationId xmlns:a16="http://schemas.microsoft.com/office/drawing/2014/main" id="{E4DADF04-528A-E739-3AE2-23D2B7934829}"/>
              </a:ext>
            </a:extLst>
          </p:cNvPr>
          <p:cNvSpPr/>
          <p:nvPr/>
        </p:nvSpPr>
        <p:spPr>
          <a:xfrm>
            <a:off x="4240329" y="1897252"/>
            <a:ext cx="2631811" cy="197716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90473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Breitbild</PresentationFormat>
  <Paragraphs>95</Paragraphs>
  <Slides>12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Schäfer</dc:creator>
  <cp:lastModifiedBy>David Schäfer</cp:lastModifiedBy>
  <cp:revision>20</cp:revision>
  <dcterms:created xsi:type="dcterms:W3CDTF">2025-10-14T08:43:31Z</dcterms:created>
  <dcterms:modified xsi:type="dcterms:W3CDTF">2026-03-09T13:20:20Z</dcterms:modified>
</cp:coreProperties>
</file>